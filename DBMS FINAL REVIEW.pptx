
<file path=[Content_Types].xml><?xml version="1.0" encoding="utf-8"?>
<Types xmlns="http://schemas.openxmlformats.org/package/2006/content-types">
  <Default Extension="jpg" ContentType="image/jp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theme/theme2.xml" ContentType="application/vnd.openxmlformats-officedocument.them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19"/>
  </p:notesMasterIdLst>
  <p:sldIdLst>
    <p:sldId id="256" r:id="rId2"/>
    <p:sldId id="257" r:id="rId3"/>
    <p:sldId id="290" r:id="rId4"/>
    <p:sldId id="259" r:id="rId5"/>
    <p:sldId id="285" r:id="rId6"/>
    <p:sldId id="284" r:id="rId7"/>
    <p:sldId id="288" r:id="rId8"/>
    <p:sldId id="287" r:id="rId9"/>
    <p:sldId id="300" r:id="rId10"/>
    <p:sldId id="291" r:id="rId11"/>
    <p:sldId id="292" r:id="rId12"/>
    <p:sldId id="293" r:id="rId13"/>
    <p:sldId id="294" r:id="rId14"/>
    <p:sldId id="295" r:id="rId15"/>
    <p:sldId id="296" r:id="rId16"/>
    <p:sldId id="268" r:id="rId17"/>
    <p:sldId id="269" r:id="rId18"/>
  </p:sldIdLst>
  <p:sldSz cx="10058400" cy="7772400"/>
  <p:notesSz cx="10058400" cy="7772400"/>
  <p:defaultTextStyle>
    <a:defPPr>
      <a:defRPr kern="0"/>
    </a:defPPr>
  </p:defaultTextStyle>
  <p:extLst>
    <p:ext uri="{EFAFB233-063F-42B5-8137-9DF3F51BA10A}">
      <p15:sldGuideLst xmlns:p15="http://schemas.microsoft.com/office/powerpoint/2012/main">
        <p15:guide id="1" orient="horz" pos="2880">
          <p15:clr>
            <a:srgbClr val="A4A3A4"/>
          </p15:clr>
        </p15:guide>
        <p15:guide id="2" pos="216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8BA33C8C-D440-41A1-B663-BDF2FEDA9440}" v="24" dt="2026-09-29T15:24:35.411"/>
  </p1510:revLst>
</p1510:revInfo>
</file>

<file path=ppt/tableStyles.xml><?xml version="1.0" encoding="utf-8"?>
<a:tblStyleLst xmlns:a="http://schemas.openxmlformats.org/drawingml/2006/main" def="{5C22544A-7EE6-4342-B048-85BDC9FD1C3A}">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21E4AEA4-8DFA-4A89-87EB-49C32662AFE0}" styleName="Medium Style 2 - Accent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2">
              <a:tint val="20000"/>
            </a:schemeClr>
          </a:solidFill>
        </a:fill>
      </a:tcStyle>
    </a:wholeTbl>
    <a:band1H>
      <a:tcStyle>
        <a:tcBdr/>
        <a:fill>
          <a:solidFill>
            <a:schemeClr val="accent2">
              <a:tint val="40000"/>
            </a:schemeClr>
          </a:solidFill>
        </a:fill>
      </a:tcStyle>
    </a:band1H>
    <a:band2H>
      <a:tcStyle>
        <a:tcBdr/>
      </a:tcStyle>
    </a:band2H>
    <a:band1V>
      <a:tcStyle>
        <a:tcBdr/>
        <a:fill>
          <a:solidFill>
            <a:schemeClr val="accent2">
              <a:tint val="40000"/>
            </a:schemeClr>
          </a:solidFill>
        </a:fill>
      </a:tcStyle>
    </a:band1V>
    <a:band2V>
      <a:tcStyle>
        <a:tcBdr/>
      </a:tcStyle>
    </a:band2V>
    <a:lastCol>
      <a:tcTxStyle b="on">
        <a:fontRef idx="minor">
          <a:prstClr val="black"/>
        </a:fontRef>
        <a:schemeClr val="lt1"/>
      </a:tcTxStyle>
      <a:tcStyle>
        <a:tcBdr/>
        <a:fill>
          <a:solidFill>
            <a:schemeClr val="accent2"/>
          </a:solidFill>
        </a:fill>
      </a:tcStyle>
    </a:lastCol>
    <a:firstCol>
      <a:tcTxStyle b="on">
        <a:fontRef idx="minor">
          <a:prstClr val="black"/>
        </a:fontRef>
        <a:schemeClr val="lt1"/>
      </a:tcTxStyle>
      <a:tcStyle>
        <a:tcBdr/>
        <a:fill>
          <a:solidFill>
            <a:schemeClr val="accent2"/>
          </a:solidFill>
        </a:fill>
      </a:tcStyle>
    </a:firstCol>
    <a:lastRow>
      <a:tcTxStyle b="on">
        <a:fontRef idx="minor">
          <a:prstClr val="black"/>
        </a:fontRef>
        <a:schemeClr val="lt1"/>
      </a:tcTxStyle>
      <a:tcStyle>
        <a:tcBdr>
          <a:top>
            <a:ln w="38100" cmpd="sng">
              <a:solidFill>
                <a:schemeClr val="lt1"/>
              </a:solidFill>
            </a:ln>
          </a:top>
        </a:tcBdr>
        <a:fill>
          <a:solidFill>
            <a:schemeClr val="accent2"/>
          </a:solidFill>
        </a:fill>
      </a:tcStyle>
    </a:lastRow>
    <a:firstRow>
      <a:tcTxStyle b="on">
        <a:fontRef idx="minor">
          <a:prstClr val="black"/>
        </a:fontRef>
        <a:schemeClr val="lt1"/>
      </a:tcTxStyle>
      <a:tcStyle>
        <a:tcBdr>
          <a:bottom>
            <a:ln w="38100" cmpd="sng">
              <a:solidFill>
                <a:schemeClr val="lt1"/>
              </a:solidFill>
            </a:ln>
          </a:bottom>
        </a:tcBdr>
        <a:fill>
          <a:solidFill>
            <a:schemeClr val="accent2"/>
          </a:solidFill>
        </a:fill>
      </a:tcStyle>
    </a:firstRow>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 styleId="{3B4B98B0-60AC-42C2-AFA5-B58CD77FA1E5}" styleName="Light Style 1 - Accent 1">
    <a:wholeTbl>
      <a:tcTxStyle>
        <a:fontRef idx="minor">
          <a:scrgbClr r="0" g="0" b="0"/>
        </a:fontRef>
        <a:schemeClr val="tx1"/>
      </a:tcTxStyle>
      <a:tcStyle>
        <a:tcBdr>
          <a:left>
            <a:ln>
              <a:noFill/>
            </a:ln>
          </a:left>
          <a:right>
            <a:ln>
              <a:noFill/>
            </a:ln>
          </a:right>
          <a:top>
            <a:ln w="12700" cmpd="sng">
              <a:solidFill>
                <a:schemeClr val="accent1"/>
              </a:solidFill>
            </a:ln>
          </a:top>
          <a:bottom>
            <a:ln w="12700" cmpd="sng">
              <a:solidFill>
                <a:schemeClr val="accent1"/>
              </a:solidFill>
            </a:ln>
          </a:bottom>
          <a:insideH>
            <a:ln>
              <a:noFill/>
            </a:ln>
          </a:insideH>
          <a:insideV>
            <a:ln>
              <a:noFill/>
            </a:ln>
          </a:insideV>
        </a:tcBdr>
        <a:fill>
          <a:noFill/>
        </a:fill>
      </a:tcStyle>
    </a:wholeTbl>
    <a:band1H>
      <a:tcStyle>
        <a:tcBdr/>
        <a:fill>
          <a:solidFill>
            <a:schemeClr val="accent1">
              <a:alpha val="20000"/>
            </a:schemeClr>
          </a:solidFill>
        </a:fill>
      </a:tcStyle>
    </a:band1H>
    <a:band2H>
      <a:tcStyle>
        <a:tcBdr/>
      </a:tcStyle>
    </a:band2H>
    <a:band1V>
      <a:tcStyle>
        <a:tcBdr/>
        <a:fill>
          <a:solidFill>
            <a:schemeClr val="accent1">
              <a:alpha val="20000"/>
            </a:schemeClr>
          </a:solidFill>
        </a:fill>
      </a:tcStyle>
    </a:band1V>
    <a:lastCol>
      <a:tcTxStyle b="on"/>
      <a:tcStyle>
        <a:tcBdr/>
      </a:tcStyle>
    </a:lastCol>
    <a:firstCol>
      <a:tcTxStyle b="on"/>
      <a:tcStyle>
        <a:tcBdr/>
      </a:tcStyle>
    </a:firstCol>
    <a:lastRow>
      <a:tcTxStyle b="on"/>
      <a:tcStyle>
        <a:tcBdr>
          <a:top>
            <a:ln w="12700" cmpd="sng">
              <a:solidFill>
                <a:schemeClr val="accent1"/>
              </a:solidFill>
            </a:ln>
          </a:top>
        </a:tcBdr>
        <a:fill>
          <a:noFill/>
        </a:fill>
      </a:tcStyle>
    </a:lastRow>
    <a:firstRow>
      <a:tcTxStyle b="on"/>
      <a:tcStyle>
        <a:tcBdr>
          <a:bottom>
            <a:ln w="12700" cmpd="sng">
              <a:solidFill>
                <a:schemeClr val="accent1"/>
              </a:solidFill>
            </a:ln>
          </a:bottom>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9244" autoAdjust="0"/>
    <p:restoredTop sz="94660"/>
  </p:normalViewPr>
  <p:slideViewPr>
    <p:cSldViewPr>
      <p:cViewPr varScale="1">
        <p:scale>
          <a:sx n="67" d="100"/>
          <a:sy n="67" d="100"/>
        </p:scale>
        <p:origin x="1312" y="60"/>
      </p:cViewPr>
      <p:guideLst>
        <p:guide orient="horz" pos="2880"/>
        <p:guide pos="216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viewProps" Target="view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microsoft.com/office/2015/10/relationships/revisionInfo" Target="revisionInfo.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microsoft.com/office/2016/11/relationships/changesInfo" Target="changesInfos/changesInfo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notesMaster" Target="notesMasters/notesMaster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theme" Target="theme/theme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Isaac William" userId="f70d7858d0b42118" providerId="LiveId" clId="{FED93A1C-D937-499B-B32A-AE51A9B8DDE7}"/>
    <pc:docChg chg="undo custSel delSld modSld">
      <pc:chgData name="Isaac William" userId="f70d7858d0b42118" providerId="LiveId" clId="{FED93A1C-D937-499B-B32A-AE51A9B8DDE7}" dt="2026-09-30T15:31:03.086" v="264" actId="20577"/>
      <pc:docMkLst>
        <pc:docMk/>
      </pc:docMkLst>
      <pc:sldChg chg="modSp mod">
        <pc:chgData name="Isaac William" userId="f70d7858d0b42118" providerId="LiveId" clId="{FED93A1C-D937-499B-B32A-AE51A9B8DDE7}" dt="2026-09-30T15:31:03.086" v="264" actId="20577"/>
        <pc:sldMkLst>
          <pc:docMk/>
          <pc:sldMk cId="0" sldId="257"/>
        </pc:sldMkLst>
        <pc:spChg chg="mod">
          <ac:chgData name="Isaac William" userId="f70d7858d0b42118" providerId="LiveId" clId="{FED93A1C-D937-499B-B32A-AE51A9B8DDE7}" dt="2026-09-30T15:31:03.086" v="264" actId="20577"/>
          <ac:spMkLst>
            <pc:docMk/>
            <pc:sldMk cId="0" sldId="257"/>
            <ac:spMk id="20" creationId="{00000000-0000-0000-0000-000000000000}"/>
          </ac:spMkLst>
        </pc:spChg>
      </pc:sldChg>
      <pc:sldChg chg="addSp delSp modSp mod">
        <pc:chgData name="Isaac William" userId="f70d7858d0b42118" providerId="LiveId" clId="{FED93A1C-D937-499B-B32A-AE51A9B8DDE7}" dt="2026-09-27T10:01:41.202" v="34" actId="1076"/>
        <pc:sldMkLst>
          <pc:docMk/>
          <pc:sldMk cId="2694192783" sldId="268"/>
        </pc:sldMkLst>
        <pc:picChg chg="add mod">
          <ac:chgData name="Isaac William" userId="f70d7858d0b42118" providerId="LiveId" clId="{FED93A1C-D937-499B-B32A-AE51A9B8DDE7}" dt="2026-09-27T10:01:41.202" v="34" actId="1076"/>
          <ac:picMkLst>
            <pc:docMk/>
            <pc:sldMk cId="2694192783" sldId="268"/>
            <ac:picMk id="3" creationId="{269F5AFA-7D52-173A-D872-2508BBB7C973}"/>
          </ac:picMkLst>
        </pc:picChg>
      </pc:sldChg>
      <pc:sldChg chg="addSp delSp modSp mod">
        <pc:chgData name="Isaac William" userId="f70d7858d0b42118" providerId="LiveId" clId="{FED93A1C-D937-499B-B32A-AE51A9B8DDE7}" dt="2026-09-27T10:21:27.446" v="40" actId="27614"/>
        <pc:sldMkLst>
          <pc:docMk/>
          <pc:sldMk cId="3283178258" sldId="288"/>
        </pc:sldMkLst>
        <pc:picChg chg="add mod">
          <ac:chgData name="Isaac William" userId="f70d7858d0b42118" providerId="LiveId" clId="{FED93A1C-D937-499B-B32A-AE51A9B8DDE7}" dt="2026-09-27T10:21:27.446" v="40" actId="27614"/>
          <ac:picMkLst>
            <pc:docMk/>
            <pc:sldMk cId="3283178258" sldId="288"/>
            <ac:picMk id="10" creationId="{8A9DC59C-6F84-9307-A369-C6CD1D006670}"/>
          </ac:picMkLst>
        </pc:picChg>
      </pc:sldChg>
      <pc:sldChg chg="addSp delSp modSp mod">
        <pc:chgData name="Isaac William" userId="f70d7858d0b42118" providerId="LiveId" clId="{FED93A1C-D937-499B-B32A-AE51A9B8DDE7}" dt="2026-09-29T15:25:07.585" v="224" actId="1076"/>
        <pc:sldMkLst>
          <pc:docMk/>
          <pc:sldMk cId="26077263" sldId="293"/>
        </pc:sldMkLst>
        <pc:spChg chg="add mod">
          <ac:chgData name="Isaac William" userId="f70d7858d0b42118" providerId="LiveId" clId="{FED93A1C-D937-499B-B32A-AE51A9B8DDE7}" dt="2026-09-29T15:06:28.237" v="161" actId="767"/>
          <ac:spMkLst>
            <pc:docMk/>
            <pc:sldMk cId="26077263" sldId="293"/>
            <ac:spMk id="8" creationId="{95863066-2914-674A-1E7B-A70E3B2DEE8C}"/>
          </ac:spMkLst>
        </pc:spChg>
        <pc:spChg chg="mod">
          <ac:chgData name="Isaac William" userId="f70d7858d0b42118" providerId="LiveId" clId="{FED93A1C-D937-499B-B32A-AE51A9B8DDE7}" dt="2026-09-29T15:24:32.539" v="212" actId="1076"/>
          <ac:spMkLst>
            <pc:docMk/>
            <pc:sldMk cId="26077263" sldId="293"/>
            <ac:spMk id="9" creationId="{7A800D15-2389-5516-DA9E-AC441973A9C8}"/>
          </ac:spMkLst>
        </pc:spChg>
        <pc:spChg chg="add mod">
          <ac:chgData name="Isaac William" userId="f70d7858d0b42118" providerId="LiveId" clId="{FED93A1C-D937-499B-B32A-AE51A9B8DDE7}" dt="2026-09-29T15:25:03.432" v="223" actId="1076"/>
          <ac:spMkLst>
            <pc:docMk/>
            <pc:sldMk cId="26077263" sldId="293"/>
            <ac:spMk id="11" creationId="{3F374BB0-AECA-86BF-924D-C84408517192}"/>
          </ac:spMkLst>
        </pc:spChg>
        <pc:spChg chg="add mod">
          <ac:chgData name="Isaac William" userId="f70d7858d0b42118" providerId="LiveId" clId="{FED93A1C-D937-499B-B32A-AE51A9B8DDE7}" dt="2026-09-29T15:25:07.585" v="224" actId="1076"/>
          <ac:spMkLst>
            <pc:docMk/>
            <pc:sldMk cId="26077263" sldId="293"/>
            <ac:spMk id="12" creationId="{B81F0BB4-815A-20D0-0A5B-F594CF6D6C32}"/>
          </ac:spMkLst>
        </pc:spChg>
        <pc:spChg chg="add del mod">
          <ac:chgData name="Isaac William" userId="f70d7858d0b42118" providerId="LiveId" clId="{FED93A1C-D937-499B-B32A-AE51A9B8DDE7}" dt="2026-09-29T15:24:47.177" v="220"/>
          <ac:spMkLst>
            <pc:docMk/>
            <pc:sldMk cId="26077263" sldId="293"/>
            <ac:spMk id="13" creationId="{BDBB5CF3-796E-4830-CD4B-C6E445D85C34}"/>
          </ac:spMkLst>
        </pc:spChg>
        <pc:picChg chg="add mod">
          <ac:chgData name="Isaac William" userId="f70d7858d0b42118" providerId="LiveId" clId="{FED93A1C-D937-499B-B32A-AE51A9B8DDE7}" dt="2026-09-29T15:22:44.595" v="167" actId="1076"/>
          <ac:picMkLst>
            <pc:docMk/>
            <pc:sldMk cId="26077263" sldId="293"/>
            <ac:picMk id="10" creationId="{F96D65C0-83D6-9255-B230-A705C5D53993}"/>
          </ac:picMkLst>
        </pc:picChg>
        <pc:picChg chg="add mod">
          <ac:chgData name="Isaac William" userId="f70d7858d0b42118" providerId="LiveId" clId="{FED93A1C-D937-499B-B32A-AE51A9B8DDE7}" dt="2026-09-29T15:24:48.021" v="221" actId="27614"/>
          <ac:picMkLst>
            <pc:docMk/>
            <pc:sldMk cId="26077263" sldId="293"/>
            <ac:picMk id="16" creationId="{297902A2-2391-AEC5-2BFD-4ABEA1898E7D}"/>
          </ac:picMkLst>
        </pc:picChg>
      </pc:sldChg>
      <pc:sldChg chg="addSp delSp modSp mod">
        <pc:chgData name="Isaac William" userId="f70d7858d0b42118" providerId="LiveId" clId="{FED93A1C-D937-499B-B32A-AE51A9B8DDE7}" dt="2026-09-29T15:26:42.499" v="232" actId="27614"/>
        <pc:sldMkLst>
          <pc:docMk/>
          <pc:sldMk cId="26077263" sldId="296"/>
        </pc:sldMkLst>
        <pc:spChg chg="mod">
          <ac:chgData name="Isaac William" userId="f70d7858d0b42118" providerId="LiveId" clId="{FED93A1C-D937-499B-B32A-AE51A9B8DDE7}" dt="2026-09-27T09:48:16.555" v="0" actId="1076"/>
          <ac:spMkLst>
            <pc:docMk/>
            <pc:sldMk cId="26077263" sldId="296"/>
            <ac:spMk id="7" creationId="{0A3D4540-9EF3-DE22-0F98-4B4BAC3FACC2}"/>
          </ac:spMkLst>
        </pc:spChg>
        <pc:spChg chg="add del mod">
          <ac:chgData name="Isaac William" userId="f70d7858d0b42118" providerId="LiveId" clId="{FED93A1C-D937-499B-B32A-AE51A9B8DDE7}" dt="2026-09-29T15:26:12.553" v="228"/>
          <ac:spMkLst>
            <pc:docMk/>
            <pc:sldMk cId="26077263" sldId="296"/>
            <ac:spMk id="8" creationId="{FDBA8DA0-3E1E-95A9-FF08-917698BDE4AA}"/>
          </ac:spMkLst>
        </pc:spChg>
        <pc:spChg chg="add">
          <ac:chgData name="Isaac William" userId="f70d7858d0b42118" providerId="LiveId" clId="{FED93A1C-D937-499B-B32A-AE51A9B8DDE7}" dt="2026-09-29T15:26:10.439" v="226" actId="22"/>
          <ac:spMkLst>
            <pc:docMk/>
            <pc:sldMk cId="26077263" sldId="296"/>
            <ac:spMk id="20" creationId="{52620872-0A25-0B1D-A439-5FEC574AB8CE}"/>
          </ac:spMkLst>
        </pc:spChg>
        <pc:spChg chg="add">
          <ac:chgData name="Isaac William" userId="f70d7858d0b42118" providerId="LiveId" clId="{FED93A1C-D937-499B-B32A-AE51A9B8DDE7}" dt="2026-09-29T15:26:10.439" v="226" actId="22"/>
          <ac:spMkLst>
            <pc:docMk/>
            <pc:sldMk cId="26077263" sldId="296"/>
            <ac:spMk id="22" creationId="{3ED57C7D-5B21-9CDC-C2B8-86C0087AB1E8}"/>
          </ac:spMkLst>
        </pc:spChg>
        <pc:spChg chg="add">
          <ac:chgData name="Isaac William" userId="f70d7858d0b42118" providerId="LiveId" clId="{FED93A1C-D937-499B-B32A-AE51A9B8DDE7}" dt="2026-09-29T15:26:10.439" v="226" actId="22"/>
          <ac:spMkLst>
            <pc:docMk/>
            <pc:sldMk cId="26077263" sldId="296"/>
            <ac:spMk id="24" creationId="{456B47BC-F793-F620-B3FA-FB3456697540}"/>
          </ac:spMkLst>
        </pc:spChg>
        <pc:spChg chg="add">
          <ac:chgData name="Isaac William" userId="f70d7858d0b42118" providerId="LiveId" clId="{FED93A1C-D937-499B-B32A-AE51A9B8DDE7}" dt="2026-09-29T15:26:10.439" v="226" actId="22"/>
          <ac:spMkLst>
            <pc:docMk/>
            <pc:sldMk cId="26077263" sldId="296"/>
            <ac:spMk id="26" creationId="{020E47A7-203E-FFF3-48A6-BD127A531004}"/>
          </ac:spMkLst>
        </pc:spChg>
        <pc:picChg chg="add mod">
          <ac:chgData name="Isaac William" userId="f70d7858d0b42118" providerId="LiveId" clId="{FED93A1C-D937-499B-B32A-AE51A9B8DDE7}" dt="2026-09-29T15:26:33.983" v="231" actId="27614"/>
          <ac:picMkLst>
            <pc:docMk/>
            <pc:sldMk cId="26077263" sldId="296"/>
            <ac:picMk id="10" creationId="{90A78FA9-1967-8D6E-6BCB-81611A6E67F8}"/>
          </ac:picMkLst>
        </pc:picChg>
        <pc:picChg chg="add mod">
          <ac:chgData name="Isaac William" userId="f70d7858d0b42118" providerId="LiveId" clId="{FED93A1C-D937-499B-B32A-AE51A9B8DDE7}" dt="2026-09-29T15:26:27.944" v="230" actId="27614"/>
          <ac:picMkLst>
            <pc:docMk/>
            <pc:sldMk cId="26077263" sldId="296"/>
            <ac:picMk id="12" creationId="{EFCB6FB5-96FB-2208-2D52-6B39D034F323}"/>
          </ac:picMkLst>
        </pc:picChg>
        <pc:picChg chg="add mod">
          <ac:chgData name="Isaac William" userId="f70d7858d0b42118" providerId="LiveId" clId="{FED93A1C-D937-499B-B32A-AE51A9B8DDE7}" dt="2026-09-29T15:26:42.499" v="232" actId="27614"/>
          <ac:picMkLst>
            <pc:docMk/>
            <pc:sldMk cId="26077263" sldId="296"/>
            <ac:picMk id="14" creationId="{7CC08F8F-25B2-8EFA-B8CF-82F1B584F7FF}"/>
          </ac:picMkLst>
        </pc:picChg>
        <pc:picChg chg="add mod">
          <ac:chgData name="Isaac William" userId="f70d7858d0b42118" providerId="LiveId" clId="{FED93A1C-D937-499B-B32A-AE51A9B8DDE7}" dt="2026-09-29T15:26:19.787" v="229" actId="27614"/>
          <ac:picMkLst>
            <pc:docMk/>
            <pc:sldMk cId="26077263" sldId="296"/>
            <ac:picMk id="18" creationId="{3BEED207-A588-FC6A-E021-F39B27C43C9A}"/>
          </ac:picMkLst>
        </pc:picChg>
      </pc:sldChg>
      <pc:sldChg chg="del">
        <pc:chgData name="Isaac William" userId="f70d7858d0b42118" providerId="LiveId" clId="{FED93A1C-D937-499B-B32A-AE51A9B8DDE7}" dt="2026-09-29T15:26:47.107" v="234" actId="2696"/>
        <pc:sldMkLst>
          <pc:docMk/>
          <pc:sldMk cId="26077263" sldId="297"/>
        </pc:sldMkLst>
      </pc:sldChg>
      <pc:sldChg chg="del">
        <pc:chgData name="Isaac William" userId="f70d7858d0b42118" providerId="LiveId" clId="{FED93A1C-D937-499B-B32A-AE51A9B8DDE7}" dt="2026-09-29T15:26:43.761" v="233" actId="2696"/>
        <pc:sldMkLst>
          <pc:docMk/>
          <pc:sldMk cId="26077263" sldId="299"/>
        </pc:sldMkLst>
      </pc:sldChg>
      <pc:sldChg chg="addSp delSp modSp mod">
        <pc:chgData name="Isaac William" userId="f70d7858d0b42118" providerId="LiveId" clId="{FED93A1C-D937-499B-B32A-AE51A9B8DDE7}" dt="2026-09-29T15:01:55.660" v="123" actId="20577"/>
        <pc:sldMkLst>
          <pc:docMk/>
          <pc:sldMk cId="26077263" sldId="300"/>
        </pc:sldMkLst>
        <pc:spChg chg="add del mod">
          <ac:chgData name="Isaac William" userId="f70d7858d0b42118" providerId="LiveId" clId="{FED93A1C-D937-499B-B32A-AE51A9B8DDE7}" dt="2026-09-29T14:59:42.450" v="50"/>
          <ac:spMkLst>
            <pc:docMk/>
            <pc:sldMk cId="26077263" sldId="300"/>
            <ac:spMk id="8" creationId="{161B5167-F279-AC0E-0F57-B6A7EC2A9F35}"/>
          </ac:spMkLst>
        </pc:spChg>
        <pc:spChg chg="mod">
          <ac:chgData name="Isaac William" userId="f70d7858d0b42118" providerId="LiveId" clId="{FED93A1C-D937-499B-B32A-AE51A9B8DDE7}" dt="2026-09-29T14:58:57.398" v="43" actId="1076"/>
          <ac:spMkLst>
            <pc:docMk/>
            <pc:sldMk cId="26077263" sldId="300"/>
            <ac:spMk id="9" creationId="{7A800D15-2389-5516-DA9E-AC441973A9C8}"/>
          </ac:spMkLst>
        </pc:spChg>
        <pc:graphicFrameChg chg="add mod modGraphic">
          <ac:chgData name="Isaac William" userId="f70d7858d0b42118" providerId="LiveId" clId="{FED93A1C-D937-499B-B32A-AE51A9B8DDE7}" dt="2026-09-29T15:01:55.660" v="123" actId="20577"/>
          <ac:graphicFrameMkLst>
            <pc:docMk/>
            <pc:sldMk cId="26077263" sldId="300"/>
            <ac:graphicFrameMk id="11" creationId="{1152D691-CDA5-5147-548C-1034EAE38853}"/>
          </ac:graphicFrameMkLst>
        </pc:graphicFrame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4359275" cy="388938"/>
          </a:xfrm>
          <a:prstGeom prst="rect">
            <a:avLst/>
          </a:prstGeom>
        </p:spPr>
        <p:txBody>
          <a:bodyPr vert="horz" lIns="91440" tIns="45720" rIns="91440" bIns="45720" rtlCol="0"/>
          <a:lstStyle>
            <a:lvl1pPr algn="l">
              <a:defRPr sz="1200"/>
            </a:lvl1pPr>
          </a:lstStyle>
          <a:p>
            <a:endParaRPr lang="en-IN"/>
          </a:p>
        </p:txBody>
      </p:sp>
      <p:sp>
        <p:nvSpPr>
          <p:cNvPr id="3" name="Date Placeholder 2"/>
          <p:cNvSpPr>
            <a:spLocks noGrp="1"/>
          </p:cNvSpPr>
          <p:nvPr>
            <p:ph type="dt" idx="1"/>
          </p:nvPr>
        </p:nvSpPr>
        <p:spPr>
          <a:xfrm>
            <a:off x="5697538" y="0"/>
            <a:ext cx="4359275" cy="388938"/>
          </a:xfrm>
          <a:prstGeom prst="rect">
            <a:avLst/>
          </a:prstGeom>
        </p:spPr>
        <p:txBody>
          <a:bodyPr vert="horz" lIns="91440" tIns="45720" rIns="91440" bIns="45720" rtlCol="0"/>
          <a:lstStyle>
            <a:lvl1pPr algn="r">
              <a:defRPr sz="1200"/>
            </a:lvl1pPr>
          </a:lstStyle>
          <a:p>
            <a:fld id="{0B419B0A-DB98-47ED-A0D2-B47FD394FE07}" type="datetimeFigureOut">
              <a:rPr lang="en-IN" smtClean="0"/>
              <a:t>30-09-2026</a:t>
            </a:fld>
            <a:endParaRPr lang="en-IN"/>
          </a:p>
        </p:txBody>
      </p:sp>
      <p:sp>
        <p:nvSpPr>
          <p:cNvPr id="4" name="Slide Image Placeholder 3"/>
          <p:cNvSpPr>
            <a:spLocks noGrp="1" noRot="1" noChangeAspect="1"/>
          </p:cNvSpPr>
          <p:nvPr>
            <p:ph type="sldImg" idx="2"/>
          </p:nvPr>
        </p:nvSpPr>
        <p:spPr>
          <a:xfrm>
            <a:off x="3332163" y="971550"/>
            <a:ext cx="3394075" cy="2622550"/>
          </a:xfrm>
          <a:prstGeom prst="rect">
            <a:avLst/>
          </a:prstGeom>
          <a:noFill/>
          <a:ln w="12700">
            <a:solidFill>
              <a:prstClr val="black"/>
            </a:solidFill>
          </a:ln>
        </p:spPr>
        <p:txBody>
          <a:bodyPr vert="horz" lIns="91440" tIns="45720" rIns="91440" bIns="45720" rtlCol="0" anchor="ctr"/>
          <a:lstStyle/>
          <a:p>
            <a:endParaRPr lang="en-IN"/>
          </a:p>
        </p:txBody>
      </p:sp>
      <p:sp>
        <p:nvSpPr>
          <p:cNvPr id="5" name="Notes Placeholder 4"/>
          <p:cNvSpPr>
            <a:spLocks noGrp="1"/>
          </p:cNvSpPr>
          <p:nvPr>
            <p:ph type="body" sz="quarter" idx="3"/>
          </p:nvPr>
        </p:nvSpPr>
        <p:spPr>
          <a:xfrm>
            <a:off x="1006475" y="3740150"/>
            <a:ext cx="8045450" cy="3060700"/>
          </a:xfrm>
          <a:prstGeom prst="rect">
            <a:avLst/>
          </a:prstGeom>
        </p:spPr>
        <p:txBody>
          <a:bodyPr vert="horz" lIns="91440" tIns="45720" rIns="91440" bIns="45720" rtlCol="0"/>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6" name="Footer Placeholder 5"/>
          <p:cNvSpPr>
            <a:spLocks noGrp="1"/>
          </p:cNvSpPr>
          <p:nvPr>
            <p:ph type="ftr" sz="quarter" idx="4"/>
          </p:nvPr>
        </p:nvSpPr>
        <p:spPr>
          <a:xfrm>
            <a:off x="0" y="7383463"/>
            <a:ext cx="4359275" cy="388937"/>
          </a:xfrm>
          <a:prstGeom prst="rect">
            <a:avLst/>
          </a:prstGeom>
        </p:spPr>
        <p:txBody>
          <a:bodyPr vert="horz" lIns="91440" tIns="45720" rIns="91440" bIns="45720" rtlCol="0" anchor="b"/>
          <a:lstStyle>
            <a:lvl1pPr algn="l">
              <a:defRPr sz="1200"/>
            </a:lvl1pPr>
          </a:lstStyle>
          <a:p>
            <a:endParaRPr lang="en-IN"/>
          </a:p>
        </p:txBody>
      </p:sp>
      <p:sp>
        <p:nvSpPr>
          <p:cNvPr id="7" name="Slide Number Placeholder 6"/>
          <p:cNvSpPr>
            <a:spLocks noGrp="1"/>
          </p:cNvSpPr>
          <p:nvPr>
            <p:ph type="sldNum" sz="quarter" idx="5"/>
          </p:nvPr>
        </p:nvSpPr>
        <p:spPr>
          <a:xfrm>
            <a:off x="5697538" y="7383463"/>
            <a:ext cx="4359275" cy="388937"/>
          </a:xfrm>
          <a:prstGeom prst="rect">
            <a:avLst/>
          </a:prstGeom>
        </p:spPr>
        <p:txBody>
          <a:bodyPr vert="horz" lIns="91440" tIns="45720" rIns="91440" bIns="45720" rtlCol="0" anchor="b"/>
          <a:lstStyle>
            <a:lvl1pPr algn="r">
              <a:defRPr sz="1200"/>
            </a:lvl1pPr>
          </a:lstStyle>
          <a:p>
            <a:fld id="{67E471F2-2083-493A-8C9E-53209FFA1EC8}" type="slidenum">
              <a:rPr lang="en-IN" smtClean="0"/>
              <a:t>‹#›</a:t>
            </a:fld>
            <a:endParaRPr lang="en-IN"/>
          </a:p>
        </p:txBody>
      </p:sp>
    </p:spTree>
    <p:extLst>
      <p:ext uri="{BB962C8B-B14F-4D97-AF65-F5344CB8AC3E}">
        <p14:creationId xmlns:p14="http://schemas.microsoft.com/office/powerpoint/2010/main" val="446813004"/>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Master" Target="../slideMasters/slideMaster1.xml"/><Relationship Id="rId5" Type="http://schemas.openxmlformats.org/officeDocument/2006/relationships/image" Target="../media/image4.png"/><Relationship Id="rId4" Type="http://schemas.openxmlformats.org/officeDocument/2006/relationships/image" Target="../media/image3.png"/></Relationships>
</file>

<file path=ppt/slideLayouts/slideLayout1.xml><?xml version="1.0" encoding="utf-8"?>
<p:sldLayout xmlns:a="http://schemas.openxmlformats.org/drawingml/2006/main" xmlns:r="http://schemas.openxmlformats.org/officeDocument/2006/relationships" xmlns:p="http://schemas.openxmlformats.org/presentationml/2006/main" type="obj" preserve="1">
  <p:cSld name="Title Slide">
    <p:spTree>
      <p:nvGrpSpPr>
        <p:cNvPr id="1" name=""/>
        <p:cNvGrpSpPr/>
        <p:nvPr/>
      </p:nvGrpSpPr>
      <p:grpSpPr>
        <a:xfrm>
          <a:off x="0" y="0"/>
          <a:ext cx="0" cy="0"/>
          <a:chOff x="0" y="0"/>
          <a:chExt cx="0" cy="0"/>
        </a:xfrm>
      </p:grpSpPr>
      <p:sp>
        <p:nvSpPr>
          <p:cNvPr id="2" name="Holder 2"/>
          <p:cNvSpPr>
            <a:spLocks noGrp="1"/>
          </p:cNvSpPr>
          <p:nvPr>
            <p:ph type="ctrTitle"/>
          </p:nvPr>
        </p:nvSpPr>
        <p:spPr>
          <a:xfrm>
            <a:off x="754380" y="2409444"/>
            <a:ext cx="8549640" cy="1632204"/>
          </a:xfrm>
          <a:prstGeom prst="rect">
            <a:avLst/>
          </a:prstGeom>
        </p:spPr>
        <p:txBody>
          <a:bodyPr wrap="square" lIns="0" tIns="0" rIns="0" bIns="0">
            <a:spAutoFit/>
          </a:bodyPr>
          <a:lstStyle>
            <a:lvl1pPr>
              <a:defRPr sz="2300" b="1" i="0">
                <a:solidFill>
                  <a:srgbClr val="375F92"/>
                </a:solidFill>
                <a:latin typeface="Palatino Linotype"/>
                <a:cs typeface="Palatino Linotype"/>
              </a:defRPr>
            </a:lvl1pPr>
          </a:lstStyle>
          <a:p>
            <a:endParaRPr/>
          </a:p>
        </p:txBody>
      </p:sp>
      <p:sp>
        <p:nvSpPr>
          <p:cNvPr id="3" name="Holder 3"/>
          <p:cNvSpPr>
            <a:spLocks noGrp="1"/>
          </p:cNvSpPr>
          <p:nvPr>
            <p:ph type="subTitle" idx="4"/>
          </p:nvPr>
        </p:nvSpPr>
        <p:spPr>
          <a:xfrm>
            <a:off x="1508760" y="4352544"/>
            <a:ext cx="7040880" cy="1943100"/>
          </a:xfrm>
          <a:prstGeom prst="rect">
            <a:avLst/>
          </a:prstGeom>
        </p:spPr>
        <p:txBody>
          <a:bodyPr wrap="square" lIns="0" tIns="0" rIns="0" bIns="0">
            <a:spAutoFit/>
          </a:bodyPr>
          <a:lstStyle>
            <a:lvl1pPr>
              <a:defRPr sz="1950" b="1" i="0">
                <a:solidFill>
                  <a:schemeClr val="tx1"/>
                </a:solidFill>
                <a:latin typeface="Palatino Linotype"/>
                <a:cs typeface="Palatino Linotype"/>
              </a:defRPr>
            </a:lvl1pPr>
          </a:lstStyle>
          <a:p>
            <a:endParaRPr/>
          </a:p>
        </p:txBody>
      </p:sp>
      <p:sp>
        <p:nvSpPr>
          <p:cNvPr id="4" name="Holder 4"/>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5" name="Holder 5"/>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9/30/2026</a:t>
            </a:fld>
            <a:endParaRPr lang="en-US"/>
          </a:p>
        </p:txBody>
      </p:sp>
      <p:sp>
        <p:nvSpPr>
          <p:cNvPr id="6" name="Holder 6"/>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Holder 2"/>
          <p:cNvSpPr>
            <a:spLocks noGrp="1"/>
          </p:cNvSpPr>
          <p:nvPr>
            <p:ph type="title"/>
          </p:nvPr>
        </p:nvSpPr>
        <p:spPr/>
        <p:txBody>
          <a:bodyPr lIns="0" tIns="0" rIns="0" bIns="0"/>
          <a:lstStyle>
            <a:lvl1pPr>
              <a:defRPr sz="2300" b="1" i="0">
                <a:solidFill>
                  <a:srgbClr val="375F92"/>
                </a:solidFill>
                <a:latin typeface="Palatino Linotype"/>
                <a:cs typeface="Palatino Linotype"/>
              </a:defRPr>
            </a:lvl1pPr>
          </a:lstStyle>
          <a:p>
            <a:endParaRPr/>
          </a:p>
        </p:txBody>
      </p:sp>
      <p:sp>
        <p:nvSpPr>
          <p:cNvPr id="3" name="Holder 3"/>
          <p:cNvSpPr>
            <a:spLocks noGrp="1"/>
          </p:cNvSpPr>
          <p:nvPr>
            <p:ph type="body" idx="1"/>
          </p:nvPr>
        </p:nvSpPr>
        <p:spPr/>
        <p:txBody>
          <a:bodyPr lIns="0" tIns="0" rIns="0" bIns="0"/>
          <a:lstStyle>
            <a:lvl1pPr>
              <a:defRPr sz="1950" b="1" i="0">
                <a:solidFill>
                  <a:schemeClr val="tx1"/>
                </a:solidFill>
                <a:latin typeface="Palatino Linotype"/>
                <a:cs typeface="Palatino Linotype"/>
              </a:defRPr>
            </a:lvl1pPr>
          </a:lstStyle>
          <a:p>
            <a:endParaRPr/>
          </a:p>
        </p:txBody>
      </p:sp>
      <p:sp>
        <p:nvSpPr>
          <p:cNvPr id="4" name="Holder 4"/>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5" name="Holder 5"/>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9/30/2026</a:t>
            </a:fld>
            <a:endParaRPr lang="en-US"/>
          </a:p>
        </p:txBody>
      </p:sp>
      <p:sp>
        <p:nvSpPr>
          <p:cNvPr id="6" name="Holder 6"/>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obj" preserve="1">
  <p:cSld name="Two Content">
    <p:spTree>
      <p:nvGrpSpPr>
        <p:cNvPr id="1" name=""/>
        <p:cNvGrpSpPr/>
        <p:nvPr/>
      </p:nvGrpSpPr>
      <p:grpSpPr>
        <a:xfrm>
          <a:off x="0" y="0"/>
          <a:ext cx="0" cy="0"/>
          <a:chOff x="0" y="0"/>
          <a:chExt cx="0" cy="0"/>
        </a:xfrm>
      </p:grpSpPr>
      <p:sp>
        <p:nvSpPr>
          <p:cNvPr id="2" name="Holder 2"/>
          <p:cNvSpPr>
            <a:spLocks noGrp="1"/>
          </p:cNvSpPr>
          <p:nvPr>
            <p:ph type="title"/>
          </p:nvPr>
        </p:nvSpPr>
        <p:spPr/>
        <p:txBody>
          <a:bodyPr lIns="0" tIns="0" rIns="0" bIns="0"/>
          <a:lstStyle>
            <a:lvl1pPr>
              <a:defRPr sz="2300" b="1" i="0">
                <a:solidFill>
                  <a:srgbClr val="375F92"/>
                </a:solidFill>
                <a:latin typeface="Palatino Linotype"/>
                <a:cs typeface="Palatino Linotype"/>
              </a:defRPr>
            </a:lvl1pPr>
          </a:lstStyle>
          <a:p>
            <a:endParaRPr/>
          </a:p>
        </p:txBody>
      </p:sp>
      <p:sp>
        <p:nvSpPr>
          <p:cNvPr id="3" name="Holder 3"/>
          <p:cNvSpPr>
            <a:spLocks noGrp="1"/>
          </p:cNvSpPr>
          <p:nvPr>
            <p:ph sz="half" idx="2"/>
          </p:nvPr>
        </p:nvSpPr>
        <p:spPr>
          <a:xfrm>
            <a:off x="502920" y="1787652"/>
            <a:ext cx="4375404" cy="5129784"/>
          </a:xfrm>
          <a:prstGeom prst="rect">
            <a:avLst/>
          </a:prstGeom>
        </p:spPr>
        <p:txBody>
          <a:bodyPr wrap="square" lIns="0" tIns="0" rIns="0" bIns="0">
            <a:spAutoFit/>
          </a:bodyPr>
          <a:lstStyle>
            <a:lvl1pPr>
              <a:defRPr/>
            </a:lvl1pPr>
          </a:lstStyle>
          <a:p>
            <a:endParaRPr/>
          </a:p>
        </p:txBody>
      </p:sp>
      <p:sp>
        <p:nvSpPr>
          <p:cNvPr id="4" name="Holder 4"/>
          <p:cNvSpPr>
            <a:spLocks noGrp="1"/>
          </p:cNvSpPr>
          <p:nvPr>
            <p:ph sz="half" idx="3"/>
          </p:nvPr>
        </p:nvSpPr>
        <p:spPr>
          <a:xfrm>
            <a:off x="5180076" y="1787652"/>
            <a:ext cx="4375404" cy="5129784"/>
          </a:xfrm>
          <a:prstGeom prst="rect">
            <a:avLst/>
          </a:prstGeom>
        </p:spPr>
        <p:txBody>
          <a:bodyPr wrap="square" lIns="0" tIns="0" rIns="0" bIns="0">
            <a:spAutoFit/>
          </a:bodyPr>
          <a:lstStyle>
            <a:lvl1pPr>
              <a:defRPr/>
            </a:lvl1pPr>
          </a:lstStyle>
          <a:p>
            <a:endParaRPr/>
          </a:p>
        </p:txBody>
      </p:sp>
      <p:sp>
        <p:nvSpPr>
          <p:cNvPr id="5" name="Holder 5"/>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6" name="Holder 6"/>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9/30/2026</a:t>
            </a:fld>
            <a:endParaRPr lang="en-US"/>
          </a:p>
        </p:txBody>
      </p:sp>
      <p:sp>
        <p:nvSpPr>
          <p:cNvPr id="7" name="Holder 7"/>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obj" preserve="1">
  <p:cSld name="Title Only">
    <p:spTree>
      <p:nvGrpSpPr>
        <p:cNvPr id="1" name=""/>
        <p:cNvGrpSpPr/>
        <p:nvPr/>
      </p:nvGrpSpPr>
      <p:grpSpPr>
        <a:xfrm>
          <a:off x="0" y="0"/>
          <a:ext cx="0" cy="0"/>
          <a:chOff x="0" y="0"/>
          <a:chExt cx="0" cy="0"/>
        </a:xfrm>
      </p:grpSpPr>
      <p:sp>
        <p:nvSpPr>
          <p:cNvPr id="2" name="Holder 2"/>
          <p:cNvSpPr>
            <a:spLocks noGrp="1"/>
          </p:cNvSpPr>
          <p:nvPr>
            <p:ph type="title"/>
          </p:nvPr>
        </p:nvSpPr>
        <p:spPr/>
        <p:txBody>
          <a:bodyPr lIns="0" tIns="0" rIns="0" bIns="0"/>
          <a:lstStyle>
            <a:lvl1pPr>
              <a:defRPr sz="2300" b="1" i="0">
                <a:solidFill>
                  <a:srgbClr val="375F92"/>
                </a:solidFill>
                <a:latin typeface="Palatino Linotype"/>
                <a:cs typeface="Palatino Linotype"/>
              </a:defRPr>
            </a:lvl1pPr>
          </a:lstStyle>
          <a:p>
            <a:endParaRPr/>
          </a:p>
        </p:txBody>
      </p:sp>
      <p:sp>
        <p:nvSpPr>
          <p:cNvPr id="3" name="Holder 3"/>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4" name="Holder 4"/>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9/30/2026</a:t>
            </a:fld>
            <a:endParaRPr lang="en-US"/>
          </a:p>
        </p:txBody>
      </p:sp>
      <p:sp>
        <p:nvSpPr>
          <p:cNvPr id="5" name="Holder 5"/>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showMasterSp="0" type="obj" preserve="1">
  <p:cSld name="Blank">
    <p:bg>
      <p:bgPr>
        <a:solidFill>
          <a:schemeClr val="bg1"/>
        </a:solidFill>
        <a:effectLst/>
      </p:bgPr>
    </p:bg>
    <p:spTree>
      <p:nvGrpSpPr>
        <p:cNvPr id="1" name=""/>
        <p:cNvGrpSpPr/>
        <p:nvPr/>
      </p:nvGrpSpPr>
      <p:grpSpPr>
        <a:xfrm>
          <a:off x="0" y="0"/>
          <a:ext cx="0" cy="0"/>
          <a:chOff x="0" y="0"/>
          <a:chExt cx="0" cy="0"/>
        </a:xfrm>
      </p:grpSpPr>
      <p:pic>
        <p:nvPicPr>
          <p:cNvPr id="16" name="bg object 16"/>
          <p:cNvPicPr/>
          <p:nvPr/>
        </p:nvPicPr>
        <p:blipFill>
          <a:blip r:embed="rId2" cstate="print"/>
          <a:stretch>
            <a:fillRect/>
          </a:stretch>
        </p:blipFill>
        <p:spPr>
          <a:xfrm>
            <a:off x="2648056" y="258722"/>
            <a:ext cx="4601366" cy="704793"/>
          </a:xfrm>
          <a:prstGeom prst="rect">
            <a:avLst/>
          </a:prstGeom>
        </p:spPr>
      </p:pic>
      <p:pic>
        <p:nvPicPr>
          <p:cNvPr id="17" name="bg object 17"/>
          <p:cNvPicPr/>
          <p:nvPr/>
        </p:nvPicPr>
        <p:blipFill>
          <a:blip r:embed="rId3" cstate="print"/>
          <a:stretch>
            <a:fillRect/>
          </a:stretch>
        </p:blipFill>
        <p:spPr>
          <a:xfrm>
            <a:off x="2530316" y="125730"/>
            <a:ext cx="4997767" cy="1045130"/>
          </a:xfrm>
          <a:prstGeom prst="rect">
            <a:avLst/>
          </a:prstGeom>
        </p:spPr>
      </p:pic>
      <p:pic>
        <p:nvPicPr>
          <p:cNvPr id="18" name="bg object 18"/>
          <p:cNvPicPr/>
          <p:nvPr/>
        </p:nvPicPr>
        <p:blipFill>
          <a:blip r:embed="rId4" cstate="print"/>
          <a:stretch>
            <a:fillRect/>
          </a:stretch>
        </p:blipFill>
        <p:spPr>
          <a:xfrm>
            <a:off x="2663904" y="251407"/>
            <a:ext cx="4577410" cy="506849"/>
          </a:xfrm>
          <a:prstGeom prst="rect">
            <a:avLst/>
          </a:prstGeom>
        </p:spPr>
      </p:pic>
      <p:sp>
        <p:nvSpPr>
          <p:cNvPr id="19" name="bg object 19"/>
          <p:cNvSpPr/>
          <p:nvPr/>
        </p:nvSpPr>
        <p:spPr>
          <a:xfrm>
            <a:off x="2718911" y="290750"/>
            <a:ext cx="4471670" cy="400685"/>
          </a:xfrm>
          <a:custGeom>
            <a:avLst/>
            <a:gdLst/>
            <a:ahLst/>
            <a:cxnLst/>
            <a:rect l="l" t="t" r="r" b="b"/>
            <a:pathLst>
              <a:path w="4471670" h="400684">
                <a:moveTo>
                  <a:pt x="4386510" y="0"/>
                </a:moveTo>
                <a:lnTo>
                  <a:pt x="84762" y="0"/>
                </a:lnTo>
                <a:lnTo>
                  <a:pt x="51758" y="5238"/>
                </a:lnTo>
                <a:lnTo>
                  <a:pt x="24831" y="19592"/>
                </a:lnTo>
                <a:lnTo>
                  <a:pt x="6705" y="40757"/>
                </a:lnTo>
                <a:lnTo>
                  <a:pt x="0" y="66741"/>
                </a:lnTo>
                <a:lnTo>
                  <a:pt x="0" y="333813"/>
                </a:lnTo>
                <a:lnTo>
                  <a:pt x="6705" y="359797"/>
                </a:lnTo>
                <a:lnTo>
                  <a:pt x="24831" y="381066"/>
                </a:lnTo>
                <a:lnTo>
                  <a:pt x="51758" y="395316"/>
                </a:lnTo>
                <a:lnTo>
                  <a:pt x="84762" y="400554"/>
                </a:lnTo>
                <a:lnTo>
                  <a:pt x="4386510" y="400554"/>
                </a:lnTo>
                <a:lnTo>
                  <a:pt x="4419514" y="395316"/>
                </a:lnTo>
                <a:lnTo>
                  <a:pt x="4446441" y="381066"/>
                </a:lnTo>
                <a:lnTo>
                  <a:pt x="4464567" y="359797"/>
                </a:lnTo>
                <a:lnTo>
                  <a:pt x="4471273" y="333813"/>
                </a:lnTo>
                <a:lnTo>
                  <a:pt x="4471273" y="66741"/>
                </a:lnTo>
                <a:lnTo>
                  <a:pt x="4464567" y="40757"/>
                </a:lnTo>
                <a:lnTo>
                  <a:pt x="4446441" y="19592"/>
                </a:lnTo>
                <a:lnTo>
                  <a:pt x="4419514" y="5238"/>
                </a:lnTo>
                <a:lnTo>
                  <a:pt x="4386510" y="0"/>
                </a:lnTo>
                <a:close/>
              </a:path>
            </a:pathLst>
          </a:custGeom>
          <a:solidFill>
            <a:srgbClr val="FF6600"/>
          </a:solidFill>
        </p:spPr>
        <p:txBody>
          <a:bodyPr wrap="square" lIns="0" tIns="0" rIns="0" bIns="0" rtlCol="0"/>
          <a:lstStyle/>
          <a:p>
            <a:endParaRPr/>
          </a:p>
        </p:txBody>
      </p:sp>
      <p:pic>
        <p:nvPicPr>
          <p:cNvPr id="20" name="bg object 20"/>
          <p:cNvPicPr/>
          <p:nvPr/>
        </p:nvPicPr>
        <p:blipFill>
          <a:blip r:embed="rId5" cstate="print"/>
          <a:stretch>
            <a:fillRect/>
          </a:stretch>
        </p:blipFill>
        <p:spPr>
          <a:xfrm>
            <a:off x="3292554" y="282840"/>
            <a:ext cx="3375117" cy="569714"/>
          </a:xfrm>
          <a:prstGeom prst="rect">
            <a:avLst/>
          </a:prstGeom>
        </p:spPr>
      </p:pic>
      <p:sp>
        <p:nvSpPr>
          <p:cNvPr id="2" name="Holder 2"/>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3" name="Holder 3"/>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9/30/2026</a:t>
            </a:fld>
            <a:endParaRPr lang="en-US"/>
          </a:p>
        </p:txBody>
      </p:sp>
      <p:sp>
        <p:nvSpPr>
          <p:cNvPr id="4" name="Holder 4"/>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theme" Target="../theme/theme1.xml"/><Relationship Id="rId5" Type="http://schemas.openxmlformats.org/officeDocument/2006/relationships/slideLayout" Target="../slideLayouts/slideLayout5.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Holder 2"/>
          <p:cNvSpPr>
            <a:spLocks noGrp="1"/>
          </p:cNvSpPr>
          <p:nvPr>
            <p:ph type="title"/>
          </p:nvPr>
        </p:nvSpPr>
        <p:spPr>
          <a:xfrm>
            <a:off x="3830970" y="881554"/>
            <a:ext cx="2528570" cy="375284"/>
          </a:xfrm>
          <a:prstGeom prst="rect">
            <a:avLst/>
          </a:prstGeom>
        </p:spPr>
        <p:txBody>
          <a:bodyPr wrap="square" lIns="0" tIns="0" rIns="0" bIns="0">
            <a:spAutoFit/>
          </a:bodyPr>
          <a:lstStyle>
            <a:lvl1pPr>
              <a:defRPr sz="2300" b="1" i="0">
                <a:solidFill>
                  <a:srgbClr val="375F92"/>
                </a:solidFill>
                <a:latin typeface="Palatino Linotype"/>
                <a:cs typeface="Palatino Linotype"/>
              </a:defRPr>
            </a:lvl1pPr>
          </a:lstStyle>
          <a:p>
            <a:endParaRPr/>
          </a:p>
        </p:txBody>
      </p:sp>
      <p:sp>
        <p:nvSpPr>
          <p:cNvPr id="3" name="Holder 3"/>
          <p:cNvSpPr>
            <a:spLocks noGrp="1"/>
          </p:cNvSpPr>
          <p:nvPr>
            <p:ph type="body" idx="1"/>
          </p:nvPr>
        </p:nvSpPr>
        <p:spPr>
          <a:xfrm>
            <a:off x="621188" y="1409149"/>
            <a:ext cx="8949055" cy="3294379"/>
          </a:xfrm>
          <a:prstGeom prst="rect">
            <a:avLst/>
          </a:prstGeom>
        </p:spPr>
        <p:txBody>
          <a:bodyPr wrap="square" lIns="0" tIns="0" rIns="0" bIns="0">
            <a:spAutoFit/>
          </a:bodyPr>
          <a:lstStyle>
            <a:lvl1pPr>
              <a:defRPr sz="1950" b="1" i="0">
                <a:solidFill>
                  <a:schemeClr val="tx1"/>
                </a:solidFill>
                <a:latin typeface="Palatino Linotype"/>
                <a:cs typeface="Palatino Linotype"/>
              </a:defRPr>
            </a:lvl1pPr>
          </a:lstStyle>
          <a:p>
            <a:endParaRPr/>
          </a:p>
        </p:txBody>
      </p:sp>
      <p:sp>
        <p:nvSpPr>
          <p:cNvPr id="4" name="Holder 4"/>
          <p:cNvSpPr>
            <a:spLocks noGrp="1"/>
          </p:cNvSpPr>
          <p:nvPr>
            <p:ph type="ftr" sz="quarter" idx="5"/>
          </p:nvPr>
        </p:nvSpPr>
        <p:spPr>
          <a:xfrm>
            <a:off x="3419856" y="7228332"/>
            <a:ext cx="3218688" cy="388620"/>
          </a:xfrm>
          <a:prstGeom prst="rect">
            <a:avLst/>
          </a:prstGeom>
        </p:spPr>
        <p:txBody>
          <a:bodyPr wrap="square" lIns="0" tIns="0" rIns="0" bIns="0">
            <a:spAutoFit/>
          </a:bodyPr>
          <a:lstStyle>
            <a:lvl1pPr algn="ctr">
              <a:defRPr>
                <a:solidFill>
                  <a:schemeClr val="tx1">
                    <a:tint val="75000"/>
                  </a:schemeClr>
                </a:solidFill>
              </a:defRPr>
            </a:lvl1pPr>
          </a:lstStyle>
          <a:p>
            <a:endParaRPr/>
          </a:p>
        </p:txBody>
      </p:sp>
      <p:sp>
        <p:nvSpPr>
          <p:cNvPr id="5" name="Holder 5"/>
          <p:cNvSpPr>
            <a:spLocks noGrp="1"/>
          </p:cNvSpPr>
          <p:nvPr>
            <p:ph type="dt" sz="half" idx="6"/>
          </p:nvPr>
        </p:nvSpPr>
        <p:spPr>
          <a:xfrm>
            <a:off x="502920" y="7228332"/>
            <a:ext cx="2313432" cy="388620"/>
          </a:xfrm>
          <a:prstGeom prst="rect">
            <a:avLst/>
          </a:prstGeom>
        </p:spPr>
        <p:txBody>
          <a:bodyPr wrap="square" lIns="0" tIns="0" rIns="0" bIns="0">
            <a:spAutoFit/>
          </a:bodyPr>
          <a:lstStyle>
            <a:lvl1pPr algn="l">
              <a:defRPr>
                <a:solidFill>
                  <a:schemeClr val="tx1">
                    <a:tint val="75000"/>
                  </a:schemeClr>
                </a:solidFill>
              </a:defRPr>
            </a:lvl1pPr>
          </a:lstStyle>
          <a:p>
            <a:fld id="{1D8BD707-D9CF-40AE-B4C6-C98DA3205C09}" type="datetimeFigureOut">
              <a:rPr lang="en-US"/>
              <a:t>9/30/2026</a:t>
            </a:fld>
            <a:endParaRPr lang="en-US"/>
          </a:p>
        </p:txBody>
      </p:sp>
      <p:sp>
        <p:nvSpPr>
          <p:cNvPr id="6" name="Holder 6"/>
          <p:cNvSpPr>
            <a:spLocks noGrp="1"/>
          </p:cNvSpPr>
          <p:nvPr>
            <p:ph type="sldNum" sz="quarter" idx="7"/>
          </p:nvPr>
        </p:nvSpPr>
        <p:spPr>
          <a:xfrm>
            <a:off x="7242048" y="7228332"/>
            <a:ext cx="2313432" cy="388620"/>
          </a:xfrm>
          <a:prstGeom prst="rect">
            <a:avLst/>
          </a:prstGeom>
        </p:spPr>
        <p:txBody>
          <a:bodyPr wrap="square" lIns="0" tIns="0" rIns="0" bIns="0">
            <a:spAutoFit/>
          </a:bodyPr>
          <a:lstStyle>
            <a:lvl1pPr algn="r">
              <a:defRPr>
                <a:solidFill>
                  <a:schemeClr val="tx1">
                    <a:tint val="75000"/>
                  </a:schemeClr>
                </a:solidFill>
              </a:defRPr>
            </a:lvl1pPr>
          </a:lstStyle>
          <a:p>
            <a:fld id="{B6F15528-21DE-4FAA-801E-634DDDAF4B2B}" type="slidenum">
              <a:t>‹#›</a:t>
            </a:fld>
            <a:endParaRPr/>
          </a:p>
        </p:txBody>
      </p:sp>
    </p:spTree>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Lst>
  <p:txStyles>
    <p:titleStyle>
      <a:lvl1pPr>
        <a:defRPr>
          <a:latin typeface="+mj-lt"/>
          <a:ea typeface="+mj-ea"/>
          <a:cs typeface="+mj-cs"/>
        </a:defRPr>
      </a:lvl1pPr>
    </p:titleStyle>
    <p:bodyStyle>
      <a:lvl1pPr marL="0">
        <a:defRPr>
          <a:latin typeface="+mn-lt"/>
          <a:ea typeface="+mn-ea"/>
          <a:cs typeface="+mn-cs"/>
        </a:defRPr>
      </a:lvl1pPr>
      <a:lvl2pPr marL="457200">
        <a:defRPr>
          <a:latin typeface="+mn-lt"/>
          <a:ea typeface="+mn-ea"/>
          <a:cs typeface="+mn-cs"/>
        </a:defRPr>
      </a:lvl2pPr>
      <a:lvl3pPr marL="914400">
        <a:defRPr>
          <a:latin typeface="+mn-lt"/>
          <a:ea typeface="+mn-ea"/>
          <a:cs typeface="+mn-cs"/>
        </a:defRPr>
      </a:lvl3pPr>
      <a:lvl4pPr marL="1371600">
        <a:defRPr>
          <a:latin typeface="+mn-lt"/>
          <a:ea typeface="+mn-ea"/>
          <a:cs typeface="+mn-cs"/>
        </a:defRPr>
      </a:lvl4pPr>
      <a:lvl5pPr marL="1828800">
        <a:defRPr>
          <a:latin typeface="+mn-lt"/>
          <a:ea typeface="+mn-ea"/>
          <a:cs typeface="+mn-cs"/>
        </a:defRPr>
      </a:lvl5pPr>
      <a:lvl6pPr marL="2286000">
        <a:defRPr>
          <a:latin typeface="+mn-lt"/>
          <a:ea typeface="+mn-ea"/>
          <a:cs typeface="+mn-cs"/>
        </a:defRPr>
      </a:lvl6pPr>
      <a:lvl7pPr marL="2743200">
        <a:defRPr>
          <a:latin typeface="+mn-lt"/>
          <a:ea typeface="+mn-ea"/>
          <a:cs typeface="+mn-cs"/>
        </a:defRPr>
      </a:lvl7pPr>
      <a:lvl8pPr marL="3200400">
        <a:defRPr>
          <a:latin typeface="+mn-lt"/>
          <a:ea typeface="+mn-ea"/>
          <a:cs typeface="+mn-cs"/>
        </a:defRPr>
      </a:lvl8pPr>
      <a:lvl9pPr marL="3657600">
        <a:defRPr>
          <a:latin typeface="+mn-lt"/>
          <a:ea typeface="+mn-ea"/>
          <a:cs typeface="+mn-cs"/>
        </a:defRPr>
      </a:lvl9pPr>
    </p:bodyStyle>
    <p:otherStyle>
      <a:lvl1pPr marL="0">
        <a:defRPr>
          <a:latin typeface="+mn-lt"/>
          <a:ea typeface="+mn-ea"/>
          <a:cs typeface="+mn-cs"/>
        </a:defRPr>
      </a:lvl1pPr>
      <a:lvl2pPr marL="457200">
        <a:defRPr>
          <a:latin typeface="+mn-lt"/>
          <a:ea typeface="+mn-ea"/>
          <a:cs typeface="+mn-cs"/>
        </a:defRPr>
      </a:lvl2pPr>
      <a:lvl3pPr marL="914400">
        <a:defRPr>
          <a:latin typeface="+mn-lt"/>
          <a:ea typeface="+mn-ea"/>
          <a:cs typeface="+mn-cs"/>
        </a:defRPr>
      </a:lvl3pPr>
      <a:lvl4pPr marL="1371600">
        <a:defRPr>
          <a:latin typeface="+mn-lt"/>
          <a:ea typeface="+mn-ea"/>
          <a:cs typeface="+mn-cs"/>
        </a:defRPr>
      </a:lvl4pPr>
      <a:lvl5pPr marL="1828800">
        <a:defRPr>
          <a:latin typeface="+mn-lt"/>
          <a:ea typeface="+mn-ea"/>
          <a:cs typeface="+mn-cs"/>
        </a:defRPr>
      </a:lvl5pPr>
      <a:lvl6pPr marL="2286000">
        <a:defRPr>
          <a:latin typeface="+mn-lt"/>
          <a:ea typeface="+mn-ea"/>
          <a:cs typeface="+mn-cs"/>
        </a:defRPr>
      </a:lvl6pPr>
      <a:lvl7pPr marL="2743200">
        <a:defRPr>
          <a:latin typeface="+mn-lt"/>
          <a:ea typeface="+mn-ea"/>
          <a:cs typeface="+mn-cs"/>
        </a:defRPr>
      </a:lvl7pPr>
      <a:lvl8pPr marL="3200400">
        <a:defRPr>
          <a:latin typeface="+mn-lt"/>
          <a:ea typeface="+mn-ea"/>
          <a:cs typeface="+mn-cs"/>
        </a:defRPr>
      </a:lvl8pPr>
      <a:lvl9pPr marL="3657600">
        <a:defRPr>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5.jpg"/><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6.jpg"/><Relationship Id="rId1" Type="http://schemas.openxmlformats.org/officeDocument/2006/relationships/slideLayout" Target="../slideLayouts/slideLayout5.xml"/><Relationship Id="rId5" Type="http://schemas.openxmlformats.org/officeDocument/2006/relationships/image" Target="../media/image8.png"/><Relationship Id="rId4" Type="http://schemas.openxmlformats.org/officeDocument/2006/relationships/image" Target="../media/image2.png"/></Relationships>
</file>

<file path=ppt/slides/_rels/slide3.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6.jpg"/><Relationship Id="rId1" Type="http://schemas.openxmlformats.org/officeDocument/2006/relationships/slideLayout" Target="../slideLayouts/slideLayout5.xml"/><Relationship Id="rId5" Type="http://schemas.openxmlformats.org/officeDocument/2006/relationships/image" Target="../media/image8.png"/><Relationship Id="rId4" Type="http://schemas.openxmlformats.org/officeDocument/2006/relationships/image" Target="../media/image2.png"/></Relationships>
</file>

<file path=ppt/slides/_rels/slide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7.png"/><Relationship Id="rId1" Type="http://schemas.openxmlformats.org/officeDocument/2006/relationships/slideLayout" Target="../slideLayouts/slideLayout2.xml"/><Relationship Id="rId6" Type="http://schemas.openxmlformats.org/officeDocument/2006/relationships/image" Target="../media/image9.png"/><Relationship Id="rId5" Type="http://schemas.openxmlformats.org/officeDocument/2006/relationships/image" Target="../media/image6.jpg"/><Relationship Id="rId4" Type="http://schemas.openxmlformats.org/officeDocument/2006/relationships/image" Target="../media/image8.png"/></Relationships>
</file>

<file path=ppt/slides/_rels/slide5.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6.jpg"/><Relationship Id="rId1" Type="http://schemas.openxmlformats.org/officeDocument/2006/relationships/slideLayout" Target="../slideLayouts/slideLayout2.xml"/><Relationship Id="rId6" Type="http://schemas.openxmlformats.org/officeDocument/2006/relationships/image" Target="../media/image10.png"/><Relationship Id="rId5" Type="http://schemas.openxmlformats.org/officeDocument/2006/relationships/image" Target="../media/image8.png"/><Relationship Id="rId4" Type="http://schemas.openxmlformats.org/officeDocument/2006/relationships/image" Target="../media/image2.png"/></Relationships>
</file>

<file path=ppt/slides/_rels/slide6.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6.jpg"/><Relationship Id="rId1" Type="http://schemas.openxmlformats.org/officeDocument/2006/relationships/slideLayout" Target="../slideLayouts/slideLayout2.xml"/><Relationship Id="rId6" Type="http://schemas.openxmlformats.org/officeDocument/2006/relationships/image" Target="../media/image11.png"/><Relationship Id="rId5" Type="http://schemas.openxmlformats.org/officeDocument/2006/relationships/image" Target="../media/image8.png"/><Relationship Id="rId4" Type="http://schemas.openxmlformats.org/officeDocument/2006/relationships/image" Target="../media/image2.png"/></Relationships>
</file>

<file path=ppt/slides/_rels/slide7.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6.jpg"/><Relationship Id="rId1" Type="http://schemas.openxmlformats.org/officeDocument/2006/relationships/slideLayout" Target="../slideLayouts/slideLayout2.xml"/><Relationship Id="rId6" Type="http://schemas.openxmlformats.org/officeDocument/2006/relationships/image" Target="../media/image12.png"/><Relationship Id="rId5" Type="http://schemas.openxmlformats.org/officeDocument/2006/relationships/image" Target="../media/image8.png"/><Relationship Id="rId4" Type="http://schemas.openxmlformats.org/officeDocument/2006/relationships/image" Target="../media/image2.png"/></Relationships>
</file>

<file path=ppt/slides/_rels/slide8.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6.jpg"/><Relationship Id="rId1" Type="http://schemas.openxmlformats.org/officeDocument/2006/relationships/slideLayout" Target="../slideLayouts/slideLayout2.xml"/><Relationship Id="rId6" Type="http://schemas.openxmlformats.org/officeDocument/2006/relationships/image" Target="../media/image13.png"/><Relationship Id="rId5" Type="http://schemas.openxmlformats.org/officeDocument/2006/relationships/image" Target="../media/image8.png"/><Relationship Id="rId4" Type="http://schemas.openxmlformats.org/officeDocument/2006/relationships/image" Target="../media/image2.png"/></Relationships>
</file>

<file path=ppt/slides/_rels/slide9.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6.jpg"/><Relationship Id="rId1" Type="http://schemas.openxmlformats.org/officeDocument/2006/relationships/slideLayout" Target="../slideLayouts/slideLayout2.xml"/><Relationship Id="rId5" Type="http://schemas.openxmlformats.org/officeDocument/2006/relationships/image" Target="../media/image8.png"/><Relationship Id="rId4" Type="http://schemas.openxmlformats.org/officeDocument/2006/relationships/image" Target="../media/image2.png"/></Relationships>
</file>

<file path=ppt/slides/_rels/slide10.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6.jpg"/><Relationship Id="rId1" Type="http://schemas.openxmlformats.org/officeDocument/2006/relationships/slideLayout" Target="../slideLayouts/slideLayout5.xml"/><Relationship Id="rId5" Type="http://schemas.openxmlformats.org/officeDocument/2006/relationships/image" Target="../media/image8.png"/><Relationship Id="rId4" Type="http://schemas.openxmlformats.org/officeDocument/2006/relationships/image" Target="../media/image2.png"/></Relationships>
</file>

<file path=ppt/slides/_rels/slide11.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6.jpg"/><Relationship Id="rId1" Type="http://schemas.openxmlformats.org/officeDocument/2006/relationships/slideLayout" Target="../slideLayouts/slideLayout2.xml"/><Relationship Id="rId6" Type="http://schemas.openxmlformats.org/officeDocument/2006/relationships/image" Target="../media/image14.png"/><Relationship Id="rId5" Type="http://schemas.openxmlformats.org/officeDocument/2006/relationships/image" Target="../media/image8.png"/><Relationship Id="rId4" Type="http://schemas.openxmlformats.org/officeDocument/2006/relationships/image" Target="../media/image2.png"/></Relationships>
</file>

<file path=ppt/slides/_rels/slide12.xml.rels><?xml version="1.0" encoding="UTF-8" standalone="yes"?>
<Relationships xmlns="http://schemas.openxmlformats.org/package/2006/relationships"><Relationship Id="rId3" Type="http://schemas.openxmlformats.org/officeDocument/2006/relationships/image" Target="../media/image7.png"/><Relationship Id="rId7" Type="http://schemas.openxmlformats.org/officeDocument/2006/relationships/image" Target="../media/image16.png"/><Relationship Id="rId2" Type="http://schemas.openxmlformats.org/officeDocument/2006/relationships/image" Target="../media/image6.jpg"/><Relationship Id="rId1" Type="http://schemas.openxmlformats.org/officeDocument/2006/relationships/slideLayout" Target="../slideLayouts/slideLayout2.xml"/><Relationship Id="rId6" Type="http://schemas.openxmlformats.org/officeDocument/2006/relationships/image" Target="../media/image15.png"/><Relationship Id="rId5" Type="http://schemas.openxmlformats.org/officeDocument/2006/relationships/image" Target="../media/image8.png"/><Relationship Id="rId4" Type="http://schemas.openxmlformats.org/officeDocument/2006/relationships/image" Target="../media/image2.png"/></Relationships>
</file>

<file path=ppt/slides/_rels/slide13.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6.jpg"/><Relationship Id="rId1" Type="http://schemas.openxmlformats.org/officeDocument/2006/relationships/slideLayout" Target="../slideLayouts/slideLayout2.xml"/><Relationship Id="rId6" Type="http://schemas.openxmlformats.org/officeDocument/2006/relationships/image" Target="../media/image17.png"/><Relationship Id="rId5" Type="http://schemas.openxmlformats.org/officeDocument/2006/relationships/image" Target="../media/image8.png"/><Relationship Id="rId4" Type="http://schemas.openxmlformats.org/officeDocument/2006/relationships/image" Target="../media/image2.png"/></Relationships>
</file>

<file path=ppt/slides/_rels/slide14.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6.jpg"/><Relationship Id="rId1" Type="http://schemas.openxmlformats.org/officeDocument/2006/relationships/slideLayout" Target="../slideLayouts/slideLayout2.xml"/><Relationship Id="rId6" Type="http://schemas.openxmlformats.org/officeDocument/2006/relationships/image" Target="../media/image18.png"/><Relationship Id="rId5" Type="http://schemas.openxmlformats.org/officeDocument/2006/relationships/image" Target="../media/image8.png"/><Relationship Id="rId4" Type="http://schemas.openxmlformats.org/officeDocument/2006/relationships/image" Target="../media/image2.png"/></Relationships>
</file>

<file path=ppt/slides/_rels/slide15.xml.rels><?xml version="1.0" encoding="UTF-8" standalone="yes"?>
<Relationships xmlns="http://schemas.openxmlformats.org/package/2006/relationships"><Relationship Id="rId8" Type="http://schemas.openxmlformats.org/officeDocument/2006/relationships/image" Target="../media/image21.png"/><Relationship Id="rId3" Type="http://schemas.openxmlformats.org/officeDocument/2006/relationships/image" Target="../media/image7.png"/><Relationship Id="rId7" Type="http://schemas.openxmlformats.org/officeDocument/2006/relationships/image" Target="../media/image20.png"/><Relationship Id="rId2" Type="http://schemas.openxmlformats.org/officeDocument/2006/relationships/image" Target="../media/image6.jpg"/><Relationship Id="rId1" Type="http://schemas.openxmlformats.org/officeDocument/2006/relationships/slideLayout" Target="../slideLayouts/slideLayout2.xml"/><Relationship Id="rId6" Type="http://schemas.openxmlformats.org/officeDocument/2006/relationships/image" Target="../media/image19.png"/><Relationship Id="rId5" Type="http://schemas.openxmlformats.org/officeDocument/2006/relationships/image" Target="../media/image8.png"/><Relationship Id="rId4" Type="http://schemas.openxmlformats.org/officeDocument/2006/relationships/image" Target="../media/image2.png"/><Relationship Id="rId9" Type="http://schemas.openxmlformats.org/officeDocument/2006/relationships/image" Target="../media/image22.png"/></Relationships>
</file>

<file path=ppt/slides/_rels/slide16.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7.png"/><Relationship Id="rId1" Type="http://schemas.openxmlformats.org/officeDocument/2006/relationships/slideLayout" Target="../slideLayouts/slideLayout2.xml"/><Relationship Id="rId6" Type="http://schemas.openxmlformats.org/officeDocument/2006/relationships/image" Target="../media/image23.png"/><Relationship Id="rId5" Type="http://schemas.openxmlformats.org/officeDocument/2006/relationships/image" Target="../media/image6.jpg"/><Relationship Id="rId4" Type="http://schemas.openxmlformats.org/officeDocument/2006/relationships/image" Target="../media/image8.png"/></Relationships>
</file>

<file path=ppt/slides/_rels/slide17.xml.rels><?xml version="1.0" encoding="UTF-8" standalone="yes"?>
<Relationships xmlns="http://schemas.openxmlformats.org/package/2006/relationships"><Relationship Id="rId2" Type="http://schemas.openxmlformats.org/officeDocument/2006/relationships/image" Target="../media/image6.jpg"/><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pic>
        <p:nvPicPr>
          <p:cNvPr id="2" name="object 2"/>
          <p:cNvPicPr/>
          <p:nvPr/>
        </p:nvPicPr>
        <p:blipFill>
          <a:blip r:embed="rId2" cstate="print"/>
          <a:stretch>
            <a:fillRect/>
          </a:stretch>
        </p:blipFill>
        <p:spPr>
          <a:xfrm>
            <a:off x="2693969" y="211046"/>
            <a:ext cx="4610910" cy="628649"/>
          </a:xfrm>
          <a:prstGeom prst="rect">
            <a:avLst/>
          </a:prstGeom>
        </p:spPr>
      </p:pic>
      <p:sp>
        <p:nvSpPr>
          <p:cNvPr id="3" name="object 3"/>
          <p:cNvSpPr txBox="1">
            <a:spLocks noGrp="1"/>
          </p:cNvSpPr>
          <p:nvPr>
            <p:ph type="title"/>
          </p:nvPr>
        </p:nvSpPr>
        <p:spPr>
          <a:xfrm>
            <a:off x="1265624" y="1197215"/>
            <a:ext cx="7467599" cy="1012585"/>
          </a:xfrm>
          <a:prstGeom prst="rect">
            <a:avLst/>
          </a:prstGeom>
        </p:spPr>
        <p:txBody>
          <a:bodyPr vert="horz" wrap="square" lIns="0" tIns="11430" rIns="0" bIns="0" rtlCol="0">
            <a:spAutoFit/>
          </a:bodyPr>
          <a:lstStyle/>
          <a:p>
            <a:pPr marL="12700" algn="ctr">
              <a:lnSpc>
                <a:spcPct val="150000"/>
              </a:lnSpc>
              <a:spcBef>
                <a:spcPts val="90"/>
              </a:spcBef>
            </a:pPr>
            <a:r>
              <a:rPr lang="en-IN" sz="2400" spc="-10" dirty="0">
                <a:latin typeface="Times New Roman" panose="02020603050405020304" pitchFamily="18" charset="0"/>
                <a:cs typeface="Times New Roman" panose="02020603050405020304" pitchFamily="18" charset="0"/>
              </a:rPr>
              <a:t>Database Management Systems Cornerstone Project</a:t>
            </a:r>
            <a:br>
              <a:rPr lang="en-IN" sz="2200" spc="-10" dirty="0">
                <a:latin typeface="Times New Roman" panose="02020603050405020304" pitchFamily="18" charset="0"/>
                <a:cs typeface="Times New Roman" panose="02020603050405020304" pitchFamily="18" charset="0"/>
              </a:rPr>
            </a:br>
            <a:r>
              <a:rPr lang="en-IN" sz="2200" spc="-10" dirty="0">
                <a:latin typeface="Times New Roman" panose="02020603050405020304" pitchFamily="18" charset="0"/>
                <a:cs typeface="Times New Roman" panose="02020603050405020304" pitchFamily="18" charset="0"/>
              </a:rPr>
              <a:t>Final Review (Review I &amp; II)</a:t>
            </a:r>
            <a:endParaRPr sz="2200" spc="-10" dirty="0">
              <a:latin typeface="Times New Roman" panose="02020603050405020304" pitchFamily="18" charset="0"/>
              <a:cs typeface="Times New Roman" panose="02020603050405020304" pitchFamily="18" charset="0"/>
            </a:endParaRPr>
          </a:p>
        </p:txBody>
      </p:sp>
      <p:sp>
        <p:nvSpPr>
          <p:cNvPr id="4" name="object 4"/>
          <p:cNvSpPr txBox="1">
            <a:spLocks noGrp="1"/>
          </p:cNvSpPr>
          <p:nvPr>
            <p:ph type="body" idx="1"/>
          </p:nvPr>
        </p:nvSpPr>
        <p:spPr>
          <a:xfrm>
            <a:off x="653494" y="2514600"/>
            <a:ext cx="8751412" cy="3976730"/>
          </a:xfrm>
          <a:prstGeom prst="rect">
            <a:avLst/>
          </a:prstGeom>
        </p:spPr>
        <p:txBody>
          <a:bodyPr vert="horz" wrap="square" lIns="0" tIns="16510" rIns="0" bIns="0" rtlCol="0">
            <a:spAutoFit/>
          </a:bodyPr>
          <a:lstStyle/>
          <a:p>
            <a:pPr algn="ctr">
              <a:lnSpc>
                <a:spcPct val="100000"/>
              </a:lnSpc>
              <a:spcBef>
                <a:spcPts val="130"/>
              </a:spcBef>
            </a:pPr>
            <a:r>
              <a:rPr lang="en-IN" dirty="0"/>
              <a:t>Software Management System</a:t>
            </a:r>
          </a:p>
          <a:p>
            <a:pPr algn="ctr">
              <a:lnSpc>
                <a:spcPct val="100000"/>
              </a:lnSpc>
              <a:spcBef>
                <a:spcPts val="130"/>
              </a:spcBef>
            </a:pPr>
            <a:endParaRPr lang="en-IN" dirty="0">
              <a:solidFill>
                <a:srgbClr val="FF0000"/>
              </a:solidFill>
              <a:latin typeface="Times New Roman" panose="02020603050405020304" pitchFamily="18" charset="0"/>
              <a:cs typeface="Times New Roman" panose="02020603050405020304" pitchFamily="18" charset="0"/>
            </a:endParaRPr>
          </a:p>
          <a:p>
            <a:pPr algn="ctr">
              <a:lnSpc>
                <a:spcPct val="100000"/>
              </a:lnSpc>
              <a:spcBef>
                <a:spcPts val="130"/>
              </a:spcBef>
            </a:pPr>
            <a:r>
              <a:rPr sz="2200" dirty="0">
                <a:solidFill>
                  <a:srgbClr val="FF0000"/>
                </a:solidFill>
                <a:latin typeface="Times New Roman" panose="02020603050405020304" pitchFamily="18" charset="0"/>
                <a:cs typeface="Times New Roman" panose="02020603050405020304" pitchFamily="18" charset="0"/>
              </a:rPr>
              <a:t>Presented</a:t>
            </a:r>
            <a:r>
              <a:rPr sz="2200" spc="80" dirty="0">
                <a:solidFill>
                  <a:srgbClr val="FF0000"/>
                </a:solidFill>
                <a:latin typeface="Times New Roman" panose="02020603050405020304" pitchFamily="18" charset="0"/>
                <a:cs typeface="Times New Roman" panose="02020603050405020304" pitchFamily="18" charset="0"/>
              </a:rPr>
              <a:t> </a:t>
            </a:r>
            <a:r>
              <a:rPr sz="2200" spc="-25" dirty="0">
                <a:solidFill>
                  <a:srgbClr val="FF0000"/>
                </a:solidFill>
                <a:latin typeface="Times New Roman" panose="02020603050405020304" pitchFamily="18" charset="0"/>
                <a:cs typeface="Times New Roman" panose="02020603050405020304" pitchFamily="18" charset="0"/>
              </a:rPr>
              <a:t>by</a:t>
            </a:r>
            <a:endParaRPr lang="en-IN" sz="2200" spc="-25" dirty="0">
              <a:solidFill>
                <a:srgbClr val="FF0000"/>
              </a:solidFill>
              <a:latin typeface="Times New Roman" panose="02020603050405020304" pitchFamily="18" charset="0"/>
              <a:cs typeface="Times New Roman" panose="02020603050405020304" pitchFamily="18" charset="0"/>
            </a:endParaRPr>
          </a:p>
          <a:p>
            <a:pPr algn="ctr">
              <a:lnSpc>
                <a:spcPct val="100000"/>
              </a:lnSpc>
              <a:spcBef>
                <a:spcPts val="130"/>
              </a:spcBef>
            </a:pPr>
            <a:endParaRPr lang="en-IN" sz="900" spc="-25" dirty="0">
              <a:solidFill>
                <a:srgbClr val="FF0000"/>
              </a:solidFill>
              <a:latin typeface="Times New Roman" panose="02020603050405020304" pitchFamily="18" charset="0"/>
              <a:cs typeface="Times New Roman" panose="02020603050405020304" pitchFamily="18" charset="0"/>
            </a:endParaRPr>
          </a:p>
          <a:p>
            <a:pPr algn="ctr">
              <a:lnSpc>
                <a:spcPct val="100000"/>
              </a:lnSpc>
              <a:spcBef>
                <a:spcPts val="130"/>
              </a:spcBef>
            </a:pPr>
            <a:r>
              <a:rPr lang="en-IN" sz="2000" spc="-10" dirty="0">
                <a:solidFill>
                  <a:srgbClr val="17375E"/>
                </a:solidFill>
                <a:latin typeface="Times New Roman" panose="02020603050405020304" pitchFamily="18" charset="0"/>
                <a:cs typeface="Times New Roman" panose="02020603050405020304" pitchFamily="18" charset="0"/>
              </a:rPr>
              <a:t>M. Gafoor Khan (25B11AI752)</a:t>
            </a:r>
          </a:p>
          <a:p>
            <a:pPr algn="ctr">
              <a:lnSpc>
                <a:spcPct val="100000"/>
              </a:lnSpc>
              <a:spcBef>
                <a:spcPts val="130"/>
              </a:spcBef>
            </a:pPr>
            <a:r>
              <a:rPr lang="en-IN" sz="2000" spc="-10" dirty="0">
                <a:solidFill>
                  <a:srgbClr val="17375E"/>
                </a:solidFill>
                <a:latin typeface="Times New Roman" panose="02020603050405020304" pitchFamily="18" charset="0"/>
                <a:cs typeface="Times New Roman" panose="02020603050405020304" pitchFamily="18" charset="0"/>
              </a:rPr>
              <a:t>S. Hima Naga Sudheshna(25B11AIA77)</a:t>
            </a:r>
          </a:p>
          <a:p>
            <a:pPr algn="ctr">
              <a:lnSpc>
                <a:spcPct val="100000"/>
              </a:lnSpc>
              <a:spcBef>
                <a:spcPts val="130"/>
              </a:spcBef>
            </a:pPr>
            <a:r>
              <a:rPr lang="en-IN" sz="2000" spc="-10" dirty="0">
                <a:solidFill>
                  <a:srgbClr val="17375E"/>
                </a:solidFill>
                <a:latin typeface="Times New Roman" panose="02020603050405020304" pitchFamily="18" charset="0"/>
                <a:cs typeface="Times New Roman" panose="02020603050405020304" pitchFamily="18" charset="0"/>
              </a:rPr>
              <a:t>G. </a:t>
            </a:r>
            <a:r>
              <a:rPr lang="en-IN" sz="2000" spc="-10" dirty="0" err="1">
                <a:solidFill>
                  <a:srgbClr val="17375E"/>
                </a:solidFill>
                <a:latin typeface="Times New Roman" panose="02020603050405020304" pitchFamily="18" charset="0"/>
                <a:cs typeface="Times New Roman" panose="02020603050405020304" pitchFamily="18" charset="0"/>
              </a:rPr>
              <a:t>Eesanth</a:t>
            </a:r>
            <a:r>
              <a:rPr lang="en-IN" sz="2000" spc="-10" dirty="0">
                <a:solidFill>
                  <a:srgbClr val="17375E"/>
                </a:solidFill>
                <a:latin typeface="Times New Roman" panose="02020603050405020304" pitchFamily="18" charset="0"/>
                <a:cs typeface="Times New Roman" panose="02020603050405020304" pitchFamily="18" charset="0"/>
              </a:rPr>
              <a:t>(25B11AI373)</a:t>
            </a:r>
          </a:p>
          <a:p>
            <a:pPr algn="ctr">
              <a:lnSpc>
                <a:spcPct val="100000"/>
              </a:lnSpc>
              <a:spcBef>
                <a:spcPts val="130"/>
              </a:spcBef>
            </a:pPr>
            <a:r>
              <a:rPr lang="en-IN" sz="2000" spc="-10" dirty="0">
                <a:solidFill>
                  <a:srgbClr val="17375E"/>
                </a:solidFill>
                <a:latin typeface="Times New Roman" panose="02020603050405020304" pitchFamily="18" charset="0"/>
                <a:cs typeface="Times New Roman" panose="02020603050405020304" pitchFamily="18" charset="0"/>
              </a:rPr>
              <a:t>G. Narendra (25B11AI826)</a:t>
            </a:r>
          </a:p>
          <a:p>
            <a:pPr marL="3810" algn="ctr">
              <a:lnSpc>
                <a:spcPct val="100000"/>
              </a:lnSpc>
              <a:spcBef>
                <a:spcPts val="750"/>
              </a:spcBef>
            </a:pPr>
            <a:endParaRPr lang="en-IN" sz="1650" spc="-10" dirty="0">
              <a:latin typeface="Times New Roman" panose="02020603050405020304" pitchFamily="18" charset="0"/>
              <a:cs typeface="Times New Roman" panose="02020603050405020304" pitchFamily="18" charset="0"/>
            </a:endParaRPr>
          </a:p>
          <a:p>
            <a:pPr marL="3810" algn="ctr">
              <a:lnSpc>
                <a:spcPct val="100000"/>
              </a:lnSpc>
              <a:spcBef>
                <a:spcPts val="750"/>
              </a:spcBef>
            </a:pPr>
            <a:endParaRPr lang="en-IN" sz="1650" spc="-10" dirty="0">
              <a:latin typeface="Times New Roman" panose="02020603050405020304" pitchFamily="18" charset="0"/>
              <a:cs typeface="Times New Roman" panose="02020603050405020304" pitchFamily="18" charset="0"/>
            </a:endParaRPr>
          </a:p>
          <a:p>
            <a:pPr marL="1270" algn="ctr">
              <a:lnSpc>
                <a:spcPct val="100000"/>
              </a:lnSpc>
              <a:spcBef>
                <a:spcPts val="994"/>
              </a:spcBef>
            </a:pPr>
            <a:r>
              <a:rPr sz="2200" dirty="0">
                <a:solidFill>
                  <a:srgbClr val="943735"/>
                </a:solidFill>
                <a:latin typeface="Times New Roman" panose="02020603050405020304" pitchFamily="18" charset="0"/>
                <a:cs typeface="Times New Roman" panose="02020603050405020304" pitchFamily="18" charset="0"/>
              </a:rPr>
              <a:t>Department</a:t>
            </a:r>
            <a:r>
              <a:rPr sz="2200" spc="-60" dirty="0">
                <a:solidFill>
                  <a:srgbClr val="943735"/>
                </a:solidFill>
                <a:latin typeface="Times New Roman" panose="02020603050405020304" pitchFamily="18" charset="0"/>
                <a:cs typeface="Times New Roman" panose="02020603050405020304" pitchFamily="18" charset="0"/>
              </a:rPr>
              <a:t> </a:t>
            </a:r>
            <a:r>
              <a:rPr sz="2200" dirty="0">
                <a:solidFill>
                  <a:srgbClr val="943735"/>
                </a:solidFill>
                <a:latin typeface="Times New Roman" panose="02020603050405020304" pitchFamily="18" charset="0"/>
                <a:cs typeface="Times New Roman" panose="02020603050405020304" pitchFamily="18" charset="0"/>
              </a:rPr>
              <a:t>o</a:t>
            </a:r>
            <a:r>
              <a:rPr lang="en-US" sz="2200" dirty="0">
                <a:solidFill>
                  <a:srgbClr val="943735"/>
                </a:solidFill>
                <a:latin typeface="Times New Roman" panose="02020603050405020304" pitchFamily="18" charset="0"/>
                <a:cs typeface="Times New Roman" panose="02020603050405020304" pitchFamily="18" charset="0"/>
              </a:rPr>
              <a:t>f </a:t>
            </a:r>
            <a:r>
              <a:rPr lang="en-IN" sz="2200" dirty="0">
                <a:solidFill>
                  <a:srgbClr val="943735"/>
                </a:solidFill>
                <a:latin typeface="Times New Roman" panose="02020603050405020304" pitchFamily="18" charset="0"/>
                <a:cs typeface="Times New Roman" panose="02020603050405020304" pitchFamily="18" charset="0"/>
              </a:rPr>
              <a:t>Artificial Intelligence &amp; Machine Learning</a:t>
            </a:r>
            <a:endParaRPr lang="en-IN" sz="2200" spc="-10" dirty="0">
              <a:solidFill>
                <a:srgbClr val="943735"/>
              </a:solidFill>
              <a:latin typeface="Times New Roman" panose="02020603050405020304" pitchFamily="18" charset="0"/>
              <a:cs typeface="Times New Roman" panose="02020603050405020304" pitchFamily="18" charset="0"/>
            </a:endParaRPr>
          </a:p>
          <a:p>
            <a:pPr marL="1270" algn="ctr">
              <a:lnSpc>
                <a:spcPct val="100000"/>
              </a:lnSpc>
              <a:spcBef>
                <a:spcPts val="994"/>
              </a:spcBef>
            </a:pPr>
            <a:endParaRPr lang="en-IN" sz="1650" spc="-10" dirty="0">
              <a:solidFill>
                <a:srgbClr val="943735"/>
              </a:solidFill>
              <a:latin typeface="Times New Roman" panose="02020603050405020304" pitchFamily="18" charset="0"/>
              <a:cs typeface="Times New Roman" panose="02020603050405020304" pitchFamily="18" charset="0"/>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object 3"/>
          <p:cNvPicPr/>
          <p:nvPr/>
        </p:nvPicPr>
        <p:blipFill>
          <a:blip r:embed="rId2" cstate="print"/>
          <a:stretch>
            <a:fillRect/>
          </a:stretch>
        </p:blipFill>
        <p:spPr>
          <a:xfrm>
            <a:off x="290750" y="204311"/>
            <a:ext cx="1163002" cy="424338"/>
          </a:xfrm>
          <a:prstGeom prst="rect">
            <a:avLst/>
          </a:prstGeom>
        </p:spPr>
      </p:pic>
      <p:sp>
        <p:nvSpPr>
          <p:cNvPr id="4" name="object 4"/>
          <p:cNvSpPr txBox="1"/>
          <p:nvPr/>
        </p:nvSpPr>
        <p:spPr>
          <a:xfrm>
            <a:off x="700000" y="1497893"/>
            <a:ext cx="4100000" cy="5595121"/>
          </a:xfrm>
          <a:prstGeom prst="rect">
            <a:avLst/>
          </a:prstGeom>
        </p:spPr>
        <p:txBody>
          <a:bodyPr vert="horz" wrap="square" lIns="0" tIns="16510" rIns="0" bIns="0" rtlCol="0">
            <a:spAutoFit/>
          </a:bodyPr>
          <a:lstStyle/>
          <a:p>
            <a:pPr marL="389890" indent="-377190">
              <a:lnSpc>
                <a:spcPct val="100000"/>
              </a:lnSpc>
              <a:spcBef>
                <a:spcPts val="130"/>
              </a:spcBef>
              <a:buFont typeface="Cambria"/>
              <a:buAutoNum type="arabicPeriod"/>
              <a:tabLst>
                <a:tab pos="389890" algn="l"/>
              </a:tabLst>
            </a:pPr>
            <a:r>
              <a:rPr lang="en-IN" sz="2000" b="1" dirty="0">
                <a:latin typeface="Times New Roman" panose="02020603050405020304" pitchFamily="18" charset="0"/>
                <a:cs typeface="Times New Roman" panose="02020603050405020304" pitchFamily="18" charset="0"/>
              </a:rPr>
              <a:t>Abstract</a:t>
            </a:r>
          </a:p>
          <a:p>
            <a:pPr marL="389890" indent="-377190">
              <a:lnSpc>
                <a:spcPct val="100000"/>
              </a:lnSpc>
              <a:spcBef>
                <a:spcPts val="2060"/>
              </a:spcBef>
              <a:buAutoNum type="arabicPeriod"/>
              <a:tabLst>
                <a:tab pos="389890" algn="l"/>
              </a:tabLst>
            </a:pPr>
            <a:r>
              <a:rPr lang="en-IN" sz="2000" b="1" dirty="0">
                <a:latin typeface="Times New Roman" panose="02020603050405020304" pitchFamily="18" charset="0"/>
                <a:cs typeface="Times New Roman" panose="02020603050405020304" pitchFamily="18" charset="0"/>
              </a:rPr>
              <a:t>Finalize title, objectives &amp; problem statement</a:t>
            </a:r>
          </a:p>
          <a:p>
            <a:pPr marL="389890" indent="-377190">
              <a:lnSpc>
                <a:spcPct val="100000"/>
              </a:lnSpc>
              <a:spcBef>
                <a:spcPts val="2060"/>
              </a:spcBef>
              <a:buAutoNum type="arabicPeriod"/>
              <a:tabLst>
                <a:tab pos="389890" algn="l"/>
              </a:tabLst>
            </a:pPr>
            <a:r>
              <a:rPr lang="en-IN" sz="2000" b="1" dirty="0">
                <a:latin typeface="Times New Roman" panose="02020603050405020304" pitchFamily="18" charset="0"/>
                <a:cs typeface="Times New Roman" panose="02020603050405020304" pitchFamily="18" charset="0"/>
              </a:rPr>
              <a:t>Identify entities &amp; attributes</a:t>
            </a:r>
          </a:p>
          <a:p>
            <a:pPr marL="389890" indent="-377190">
              <a:lnSpc>
                <a:spcPct val="100000"/>
              </a:lnSpc>
              <a:spcBef>
                <a:spcPts val="2060"/>
              </a:spcBef>
              <a:buAutoNum type="arabicPeriod"/>
              <a:tabLst>
                <a:tab pos="389890" algn="l"/>
              </a:tabLst>
            </a:pPr>
            <a:r>
              <a:rPr lang="en-IN" sz="2000" b="1" dirty="0">
                <a:latin typeface="Times New Roman" panose="02020603050405020304" pitchFamily="18" charset="0"/>
                <a:cs typeface="Times New Roman" panose="02020603050405020304" pitchFamily="18" charset="0"/>
              </a:rPr>
              <a:t>Design ER diagram &amp; relationships</a:t>
            </a:r>
          </a:p>
          <a:p>
            <a:pPr marL="389890" indent="-377190">
              <a:lnSpc>
                <a:spcPct val="100000"/>
              </a:lnSpc>
              <a:spcBef>
                <a:spcPts val="2060"/>
              </a:spcBef>
              <a:buAutoNum type="arabicPeriod"/>
              <a:tabLst>
                <a:tab pos="389890" algn="l"/>
              </a:tabLst>
            </a:pPr>
            <a:r>
              <a:rPr lang="en-IN" sz="2000" b="1" dirty="0">
                <a:latin typeface="Times New Roman" panose="02020603050405020304" pitchFamily="18" charset="0"/>
                <a:cs typeface="Times New Roman" panose="02020603050405020304" pitchFamily="18" charset="0"/>
              </a:rPr>
              <a:t>Prepare relational database schema</a:t>
            </a:r>
          </a:p>
          <a:p>
            <a:pPr marL="389890" indent="-377190">
              <a:lnSpc>
                <a:spcPct val="100000"/>
              </a:lnSpc>
              <a:spcBef>
                <a:spcPts val="2060"/>
              </a:spcBef>
              <a:buAutoNum type="arabicPeriod"/>
              <a:tabLst>
                <a:tab pos="389890" algn="l"/>
              </a:tabLst>
            </a:pPr>
            <a:r>
              <a:rPr lang="en-IN" sz="2000" b="1" dirty="0">
                <a:latin typeface="Times New Roman" panose="02020603050405020304" pitchFamily="18" charset="0"/>
                <a:cs typeface="Times New Roman" panose="02020603050405020304" pitchFamily="18" charset="0"/>
              </a:rPr>
              <a:t>Define Primary &amp; Foreign Keys</a:t>
            </a:r>
          </a:p>
          <a:p>
            <a:pPr marL="389890" indent="-377190">
              <a:lnSpc>
                <a:spcPct val="100000"/>
              </a:lnSpc>
              <a:spcBef>
                <a:spcPts val="2060"/>
              </a:spcBef>
              <a:buAutoNum type="arabicPeriod"/>
              <a:tabLst>
                <a:tab pos="389890" algn="l"/>
              </a:tabLst>
            </a:pPr>
            <a:r>
              <a:rPr lang="en-IN" sz="2000" b="1" dirty="0">
                <a:latin typeface="Times New Roman" panose="02020603050405020304" pitchFamily="18" charset="0"/>
                <a:cs typeface="Times New Roman" panose="02020603050405020304" pitchFamily="18" charset="0"/>
              </a:rPr>
              <a:t>Create GitHub repo &amp; responsibilities</a:t>
            </a:r>
          </a:p>
          <a:p>
            <a:pPr marL="389890" indent="-377190">
              <a:lnSpc>
                <a:spcPct val="100000"/>
              </a:lnSpc>
              <a:spcBef>
                <a:spcPts val="2060"/>
              </a:spcBef>
              <a:buAutoNum type="arabicPeriod"/>
              <a:tabLst>
                <a:tab pos="389890" algn="l"/>
              </a:tabLst>
            </a:pPr>
            <a:r>
              <a:rPr lang="en-IN" sz="2000" b="1" dirty="0">
                <a:latin typeface="Times New Roman" panose="02020603050405020304" pitchFamily="18" charset="0"/>
                <a:cs typeface="Times New Roman" panose="02020603050405020304" pitchFamily="18" charset="0"/>
              </a:rPr>
              <a:t>Database creation &amp; constraints</a:t>
            </a:r>
          </a:p>
        </p:txBody>
      </p:sp>
      <p:sp>
        <p:nvSpPr>
          <p:cNvPr id="20" name="object 20"/>
          <p:cNvSpPr txBox="1"/>
          <p:nvPr/>
        </p:nvSpPr>
        <p:spPr>
          <a:xfrm>
            <a:off x="5100000" y="1497893"/>
            <a:ext cx="4100000" cy="3786934"/>
          </a:xfrm>
          <a:prstGeom prst="rect">
            <a:avLst/>
          </a:prstGeom>
        </p:spPr>
        <p:txBody>
          <a:bodyPr vert="horz" wrap="square" lIns="0" tIns="16510" rIns="0" bIns="0" rtlCol="0">
            <a:spAutoFit/>
          </a:bodyPr>
          <a:lstStyle/>
          <a:p>
            <a:pPr marL="389890" indent="-377190">
              <a:lnSpc>
                <a:spcPct val="100000"/>
              </a:lnSpc>
              <a:spcBef>
                <a:spcPts val="130"/>
              </a:spcBef>
              <a:buFont typeface="Cambria"/>
              <a:buAutoNum type="arabicPeriod" startAt="9"/>
              <a:tabLst>
                <a:tab pos="389890" algn="l"/>
              </a:tabLst>
            </a:pPr>
            <a:r>
              <a:rPr lang="en-IN" sz="2000" b="1" dirty="0">
                <a:latin typeface="Times New Roman" panose="02020603050405020304" pitchFamily="18" charset="0"/>
                <a:cs typeface="Times New Roman" panose="02020603050405020304" pitchFamily="18" charset="0"/>
              </a:rPr>
              <a:t>Insert sample data</a:t>
            </a:r>
          </a:p>
          <a:p>
            <a:pPr marL="12700">
              <a:lnSpc>
                <a:spcPct val="100000"/>
              </a:lnSpc>
              <a:spcBef>
                <a:spcPts val="2060"/>
              </a:spcBef>
              <a:tabLst>
                <a:tab pos="389890" algn="l"/>
              </a:tabLst>
            </a:pPr>
            <a:r>
              <a:rPr lang="en-IN" sz="2000" b="1" dirty="0">
                <a:latin typeface="Times New Roman" panose="02020603050405020304" pitchFamily="18" charset="0"/>
                <a:cs typeface="Times New Roman" panose="02020603050405020304" pitchFamily="18" charset="0"/>
              </a:rPr>
              <a:t>10. DDL, DML &amp; DQL operations</a:t>
            </a:r>
          </a:p>
          <a:p>
            <a:pPr marL="12700">
              <a:lnSpc>
                <a:spcPct val="100000"/>
              </a:lnSpc>
              <a:spcBef>
                <a:spcPts val="2060"/>
              </a:spcBef>
              <a:tabLst>
                <a:tab pos="389890" algn="l"/>
              </a:tabLst>
            </a:pPr>
            <a:r>
              <a:rPr lang="en-IN" sz="2000" b="1" dirty="0">
                <a:latin typeface="Times New Roman" panose="02020603050405020304" pitchFamily="18" charset="0"/>
                <a:cs typeface="Times New Roman" panose="02020603050405020304" pitchFamily="18" charset="0"/>
              </a:rPr>
              <a:t>11. CRUD operations &amp; SQL queries</a:t>
            </a:r>
          </a:p>
          <a:p>
            <a:pPr marL="12700">
              <a:lnSpc>
                <a:spcPct val="100000"/>
              </a:lnSpc>
              <a:spcBef>
                <a:spcPts val="2060"/>
              </a:spcBef>
              <a:tabLst>
                <a:tab pos="389890" algn="l"/>
              </a:tabLst>
            </a:pPr>
            <a:r>
              <a:rPr lang="en-IN" sz="2000" b="1" dirty="0">
                <a:latin typeface="Times New Roman" panose="02020603050405020304" pitchFamily="18" charset="0"/>
                <a:cs typeface="Times New Roman" panose="02020603050405020304" pitchFamily="18" charset="0"/>
              </a:rPr>
              <a:t>12. Data integrity &amp; validation</a:t>
            </a:r>
          </a:p>
          <a:p>
            <a:pPr marL="12700">
              <a:lnSpc>
                <a:spcPct val="100000"/>
              </a:lnSpc>
              <a:spcBef>
                <a:spcPts val="2060"/>
              </a:spcBef>
              <a:tabLst>
                <a:tab pos="389890" algn="l"/>
              </a:tabLst>
            </a:pPr>
            <a:r>
              <a:rPr lang="en-IN" sz="2000" b="1" dirty="0">
                <a:latin typeface="Times New Roman" panose="02020603050405020304" pitchFamily="18" charset="0"/>
                <a:cs typeface="Times New Roman" panose="02020603050405020304" pitchFamily="18" charset="0"/>
              </a:rPr>
              <a:t>13. Project documentation</a:t>
            </a:r>
          </a:p>
          <a:p>
            <a:pPr marL="12700">
              <a:lnSpc>
                <a:spcPct val="100000"/>
              </a:lnSpc>
              <a:spcBef>
                <a:spcPts val="2060"/>
              </a:spcBef>
              <a:tabLst>
                <a:tab pos="389890" algn="l"/>
              </a:tabLst>
            </a:pPr>
            <a:r>
              <a:rPr lang="en-IN" sz="2000" b="1" dirty="0">
                <a:latin typeface="Times New Roman" panose="02020603050405020304" pitchFamily="18" charset="0"/>
                <a:cs typeface="Times New Roman" panose="02020603050405020304" pitchFamily="18" charset="0"/>
              </a:rPr>
              <a:t>14. Demonstrate &amp; present database</a:t>
            </a:r>
          </a:p>
          <a:p>
            <a:pPr marL="12700">
              <a:lnSpc>
                <a:spcPct val="100000"/>
              </a:lnSpc>
              <a:spcBef>
                <a:spcPts val="2060"/>
              </a:spcBef>
              <a:tabLst>
                <a:tab pos="389890" algn="l"/>
              </a:tabLst>
            </a:pPr>
            <a:r>
              <a:rPr lang="en-IN" sz="2000" b="1" dirty="0">
                <a:latin typeface="Times New Roman" panose="02020603050405020304" pitchFamily="18" charset="0"/>
                <a:cs typeface="Times New Roman" panose="02020603050405020304" pitchFamily="18" charset="0"/>
              </a:rPr>
              <a:t>15. Conclusion</a:t>
            </a:r>
          </a:p>
        </p:txBody>
      </p:sp>
      <p:grpSp>
        <p:nvGrpSpPr>
          <p:cNvPr id="5" name="object 3"/>
          <p:cNvGrpSpPr/>
          <p:nvPr/>
        </p:nvGrpSpPr>
        <p:grpSpPr>
          <a:xfrm>
            <a:off x="2438400" y="33670"/>
            <a:ext cx="5334000" cy="1198311"/>
            <a:chOff x="2648188" y="47148"/>
            <a:chExt cx="5103904" cy="1198311"/>
          </a:xfrm>
        </p:grpSpPr>
        <p:pic>
          <p:nvPicPr>
            <p:cNvPr id="6" name="object 4"/>
            <p:cNvPicPr/>
            <p:nvPr/>
          </p:nvPicPr>
          <p:blipFill>
            <a:blip r:embed="rId3" cstate="print"/>
            <a:stretch>
              <a:fillRect/>
            </a:stretch>
          </p:blipFill>
          <p:spPr>
            <a:xfrm>
              <a:off x="2648188" y="47148"/>
              <a:ext cx="5103904" cy="1198311"/>
            </a:xfrm>
            <a:prstGeom prst="rect">
              <a:avLst/>
            </a:prstGeom>
          </p:spPr>
        </p:pic>
        <p:pic>
          <p:nvPicPr>
            <p:cNvPr id="7" name="object 5"/>
            <p:cNvPicPr/>
            <p:nvPr/>
          </p:nvPicPr>
          <p:blipFill>
            <a:blip r:embed="rId4" cstate="print"/>
            <a:stretch>
              <a:fillRect/>
            </a:stretch>
          </p:blipFill>
          <p:spPr>
            <a:xfrm>
              <a:off x="2703195" y="86439"/>
              <a:ext cx="4997767" cy="1092279"/>
            </a:xfrm>
            <a:prstGeom prst="rect">
              <a:avLst/>
            </a:prstGeom>
          </p:spPr>
        </p:pic>
        <p:pic>
          <p:nvPicPr>
            <p:cNvPr id="8" name="object 6"/>
            <p:cNvPicPr/>
            <p:nvPr/>
          </p:nvPicPr>
          <p:blipFill>
            <a:blip r:embed="rId5" cstate="print"/>
            <a:stretch>
              <a:fillRect/>
            </a:stretch>
          </p:blipFill>
          <p:spPr>
            <a:xfrm>
              <a:off x="2828925" y="243549"/>
              <a:ext cx="4585268" cy="522565"/>
            </a:xfrm>
            <a:prstGeom prst="rect">
              <a:avLst/>
            </a:prstGeom>
          </p:spPr>
        </p:pic>
        <p:sp>
          <p:nvSpPr>
            <p:cNvPr id="9" name="object 7"/>
            <p:cNvSpPr/>
            <p:nvPr/>
          </p:nvSpPr>
          <p:spPr>
            <a:xfrm>
              <a:off x="2883931" y="282892"/>
              <a:ext cx="4479290" cy="416559"/>
            </a:xfrm>
            <a:custGeom>
              <a:avLst/>
              <a:gdLst/>
              <a:ahLst/>
              <a:cxnLst/>
              <a:rect l="l" t="t" r="r" b="b"/>
              <a:pathLst>
                <a:path w="4479290" h="416559">
                  <a:moveTo>
                    <a:pt x="4394158" y="0"/>
                  </a:moveTo>
                  <a:lnTo>
                    <a:pt x="84972" y="0"/>
                  </a:lnTo>
                  <a:lnTo>
                    <a:pt x="51863" y="5448"/>
                  </a:lnTo>
                  <a:lnTo>
                    <a:pt x="24831" y="20326"/>
                  </a:lnTo>
                  <a:lnTo>
                    <a:pt x="6705" y="42329"/>
                  </a:lnTo>
                  <a:lnTo>
                    <a:pt x="0" y="69361"/>
                  </a:lnTo>
                  <a:lnTo>
                    <a:pt x="0" y="346910"/>
                  </a:lnTo>
                  <a:lnTo>
                    <a:pt x="6705" y="373941"/>
                  </a:lnTo>
                  <a:lnTo>
                    <a:pt x="24831" y="395944"/>
                  </a:lnTo>
                  <a:lnTo>
                    <a:pt x="51863" y="410822"/>
                  </a:lnTo>
                  <a:lnTo>
                    <a:pt x="84972" y="416271"/>
                  </a:lnTo>
                  <a:lnTo>
                    <a:pt x="4394158" y="416271"/>
                  </a:lnTo>
                  <a:lnTo>
                    <a:pt x="4427267" y="410822"/>
                  </a:lnTo>
                  <a:lnTo>
                    <a:pt x="4454299" y="395944"/>
                  </a:lnTo>
                  <a:lnTo>
                    <a:pt x="4472425" y="373941"/>
                  </a:lnTo>
                  <a:lnTo>
                    <a:pt x="4479131" y="346910"/>
                  </a:lnTo>
                  <a:lnTo>
                    <a:pt x="4479131" y="69361"/>
                  </a:lnTo>
                  <a:lnTo>
                    <a:pt x="4472425" y="42329"/>
                  </a:lnTo>
                  <a:lnTo>
                    <a:pt x="4454299" y="20326"/>
                  </a:lnTo>
                  <a:lnTo>
                    <a:pt x="4427267" y="5448"/>
                  </a:lnTo>
                  <a:lnTo>
                    <a:pt x="4394158" y="0"/>
                  </a:lnTo>
                  <a:close/>
                </a:path>
              </a:pathLst>
            </a:custGeom>
            <a:solidFill>
              <a:srgbClr val="FF6600"/>
            </a:solidFill>
          </p:spPr>
          <p:txBody>
            <a:bodyPr wrap="square" lIns="0" tIns="0" rIns="0" bIns="0" rtlCol="0"/>
            <a:lstStyle/>
            <a:p>
              <a:endParaRPr/>
            </a:p>
          </p:txBody>
        </p:sp>
      </p:grpSp>
      <p:sp>
        <p:nvSpPr>
          <p:cNvPr id="10" name="object 9"/>
          <p:cNvSpPr txBox="1">
            <a:spLocks/>
          </p:cNvSpPr>
          <p:nvPr/>
        </p:nvSpPr>
        <p:spPr>
          <a:xfrm>
            <a:off x="3604543" y="286092"/>
            <a:ext cx="2853690" cy="355225"/>
          </a:xfrm>
          <a:prstGeom prst="rect">
            <a:avLst/>
          </a:prstGeom>
        </p:spPr>
        <p:txBody>
          <a:bodyPr vert="horz" wrap="square" lIns="0" tIns="16510" rIns="0" bIns="0" rtlCol="0">
            <a:spAutoFit/>
          </a:bodyPr>
          <a:lstStyle>
            <a:lvl1pPr>
              <a:defRPr>
                <a:latin typeface="+mj-lt"/>
                <a:ea typeface="+mj-ea"/>
                <a:cs typeface="+mj-cs"/>
              </a:defRPr>
            </a:lvl1pPr>
          </a:lstStyle>
          <a:p>
            <a:pPr marL="12700" algn="ctr">
              <a:spcBef>
                <a:spcPts val="130"/>
              </a:spcBef>
            </a:pPr>
            <a:r>
              <a:rPr lang="en-IN" sz="2200" b="1" dirty="0">
                <a:solidFill>
                  <a:schemeClr val="bg1"/>
                </a:solidFill>
                <a:latin typeface="Times New Roman" panose="02020603050405020304" pitchFamily="18" charset="0"/>
                <a:cs typeface="Times New Roman" panose="02020603050405020304" pitchFamily="18" charset="0"/>
              </a:rPr>
              <a:t>Presentation Outline</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object 3"/>
          <p:cNvPicPr/>
          <p:nvPr/>
        </p:nvPicPr>
        <p:blipFill>
          <a:blip r:embed="rId2" cstate="print"/>
          <a:stretch>
            <a:fillRect/>
          </a:stretch>
        </p:blipFill>
        <p:spPr>
          <a:xfrm>
            <a:off x="290750" y="204311"/>
            <a:ext cx="1163002" cy="424338"/>
          </a:xfrm>
          <a:prstGeom prst="rect">
            <a:avLst/>
          </a:prstGeom>
        </p:spPr>
      </p:pic>
      <p:sp>
        <p:nvSpPr>
          <p:cNvPr id="4" name="object 4"/>
          <p:cNvSpPr txBox="1"/>
          <p:nvPr/>
        </p:nvSpPr>
        <p:spPr>
          <a:xfrm>
            <a:off x="1258220" y="1497893"/>
            <a:ext cx="3032125" cy="5364289"/>
          </a:xfrm>
          <a:prstGeom prst="rect">
            <a:avLst/>
          </a:prstGeom>
        </p:spPr>
        <p:txBody>
          <a:bodyPr vert="horz" wrap="square" lIns="0" tIns="16510" rIns="0" bIns="0" rtlCol="0">
            <a:spAutoFit/>
          </a:bodyPr>
          <a:lstStyle/>
          <a:p>
            <a:pPr marL="389890" indent="-377190">
              <a:lnSpc>
                <a:spcPct val="100000"/>
              </a:lnSpc>
              <a:spcBef>
                <a:spcPts val="130"/>
              </a:spcBef>
              <a:buFont typeface="Cambria"/>
              <a:buAutoNum type="arabicPeriod"/>
              <a:tabLst>
                <a:tab pos="389890" algn="l"/>
              </a:tabLst>
            </a:pPr>
            <a:r>
              <a:rPr lang="en-IN" sz="2000" b="1" spc="-10" dirty="0">
                <a:latin typeface="Times New Roman" panose="02020603050405020304" pitchFamily="18" charset="0"/>
                <a:cs typeface="Times New Roman" panose="02020603050405020304" pitchFamily="18" charset="0"/>
              </a:rPr>
              <a:t>Finalize title, objectives &amp; problem statement</a:t>
            </a:r>
            <a:endParaRPr sz="2000" b="1" dirty="0">
              <a:latin typeface="Times New Roman" panose="02020603050405020304" pitchFamily="18" charset="0"/>
              <a:cs typeface="Times New Roman" panose="02020603050405020304" pitchFamily="18" charset="0"/>
            </a:endParaRPr>
          </a:p>
          <a:p>
            <a:pPr marL="389890" indent="-377190">
              <a:lnSpc>
                <a:spcPct val="100000"/>
              </a:lnSpc>
              <a:spcBef>
                <a:spcPts val="2060"/>
              </a:spcBef>
              <a:buAutoNum type="arabicPeriod"/>
              <a:tabLst>
                <a:tab pos="389890" algn="l"/>
              </a:tabLst>
            </a:pPr>
            <a:r>
              <a:rPr lang="en-IN" sz="2000" b="1" dirty="0">
                <a:latin typeface="Times New Roman" panose="02020603050405020304" pitchFamily="18" charset="0"/>
                <a:cs typeface="Times New Roman" panose="02020603050405020304" pitchFamily="18" charset="0"/>
              </a:rPr>
              <a:t>Identify 6+ entities &amp; attributes</a:t>
            </a:r>
          </a:p>
          <a:p>
            <a:pPr marL="389890" indent="-377190">
              <a:lnSpc>
                <a:spcPct val="100000"/>
              </a:lnSpc>
              <a:spcBef>
                <a:spcPts val="2060"/>
              </a:spcBef>
              <a:buAutoNum type="arabicPeriod"/>
              <a:tabLst>
                <a:tab pos="389890" algn="l"/>
              </a:tabLst>
            </a:pPr>
            <a:r>
              <a:rPr lang="en-IN" sz="2000" b="1" dirty="0">
                <a:latin typeface="Times New Roman" panose="02020603050405020304" pitchFamily="18" charset="0"/>
                <a:cs typeface="Times New Roman" panose="02020603050405020304" pitchFamily="18" charset="0"/>
              </a:rPr>
              <a:t> Design ER diagram &amp; relationships</a:t>
            </a:r>
          </a:p>
          <a:p>
            <a:pPr marL="389890" indent="-377190">
              <a:lnSpc>
                <a:spcPct val="100000"/>
              </a:lnSpc>
              <a:spcBef>
                <a:spcPts val="2060"/>
              </a:spcBef>
              <a:buAutoNum type="arabicPeriod"/>
              <a:tabLst>
                <a:tab pos="389890" algn="l"/>
              </a:tabLst>
            </a:pPr>
            <a:r>
              <a:rPr lang="en-IN" sz="2000" b="1" dirty="0">
                <a:latin typeface="Times New Roman" panose="02020603050405020304" pitchFamily="18" charset="0"/>
                <a:cs typeface="Times New Roman" panose="02020603050405020304" pitchFamily="18" charset="0"/>
              </a:rPr>
              <a:t>Prepare relational database schema</a:t>
            </a:r>
          </a:p>
          <a:p>
            <a:pPr marL="389890" indent="-377190">
              <a:lnSpc>
                <a:spcPct val="100000"/>
              </a:lnSpc>
              <a:spcBef>
                <a:spcPts val="2060"/>
              </a:spcBef>
              <a:buAutoNum type="arabicPeriod"/>
              <a:tabLst>
                <a:tab pos="389890" algn="l"/>
              </a:tabLst>
            </a:pPr>
            <a:r>
              <a:rPr lang="en-IN" sz="2000" b="1" dirty="0">
                <a:latin typeface="Times New Roman" panose="02020603050405020304" pitchFamily="18" charset="0"/>
                <a:cs typeface="Times New Roman" panose="02020603050405020304" pitchFamily="18" charset="0"/>
              </a:rPr>
              <a:t>Define Primary &amp; Foreign Keys</a:t>
            </a:r>
          </a:p>
          <a:p>
            <a:pPr marL="389890" indent="-377190">
              <a:lnSpc>
                <a:spcPct val="100000"/>
              </a:lnSpc>
              <a:spcBef>
                <a:spcPts val="2060"/>
              </a:spcBef>
              <a:buAutoNum type="arabicPeriod"/>
              <a:tabLst>
                <a:tab pos="389890" algn="l"/>
              </a:tabLst>
            </a:pPr>
            <a:r>
              <a:rPr lang="en-IN" sz="2000" b="1" spc="50" dirty="0">
                <a:latin typeface="Times New Roman" panose="02020603050405020304" pitchFamily="18" charset="0"/>
                <a:cs typeface="Times New Roman" panose="02020603050405020304" pitchFamily="18" charset="0"/>
              </a:rPr>
              <a:t> Create GitHub repo &amp; assign responsibilities</a:t>
            </a:r>
          </a:p>
        </p:txBody>
      </p:sp>
      <p:grpSp>
        <p:nvGrpSpPr>
          <p:cNvPr id="5" name="object 3"/>
          <p:cNvGrpSpPr/>
          <p:nvPr/>
        </p:nvGrpSpPr>
        <p:grpSpPr>
          <a:xfrm>
            <a:off x="2438400" y="33670"/>
            <a:ext cx="5334000" cy="1198311"/>
            <a:chOff x="2648188" y="47148"/>
            <a:chExt cx="5103904" cy="1198311"/>
          </a:xfrm>
        </p:grpSpPr>
        <p:pic>
          <p:nvPicPr>
            <p:cNvPr id="6" name="object 4"/>
            <p:cNvPicPr/>
            <p:nvPr/>
          </p:nvPicPr>
          <p:blipFill>
            <a:blip r:embed="rId3" cstate="print"/>
            <a:stretch>
              <a:fillRect/>
            </a:stretch>
          </p:blipFill>
          <p:spPr>
            <a:xfrm>
              <a:off x="2648188" y="47148"/>
              <a:ext cx="5103904" cy="1198311"/>
            </a:xfrm>
            <a:prstGeom prst="rect">
              <a:avLst/>
            </a:prstGeom>
          </p:spPr>
        </p:pic>
        <p:pic>
          <p:nvPicPr>
            <p:cNvPr id="7" name="object 5"/>
            <p:cNvPicPr/>
            <p:nvPr/>
          </p:nvPicPr>
          <p:blipFill>
            <a:blip r:embed="rId4" cstate="print"/>
            <a:stretch>
              <a:fillRect/>
            </a:stretch>
          </p:blipFill>
          <p:spPr>
            <a:xfrm>
              <a:off x="2703195" y="86439"/>
              <a:ext cx="4997767" cy="1092279"/>
            </a:xfrm>
            <a:prstGeom prst="rect">
              <a:avLst/>
            </a:prstGeom>
          </p:spPr>
        </p:pic>
        <p:pic>
          <p:nvPicPr>
            <p:cNvPr id="8" name="object 6"/>
            <p:cNvPicPr/>
            <p:nvPr/>
          </p:nvPicPr>
          <p:blipFill>
            <a:blip r:embed="rId5" cstate="print"/>
            <a:stretch>
              <a:fillRect/>
            </a:stretch>
          </p:blipFill>
          <p:spPr>
            <a:xfrm>
              <a:off x="2828925" y="243549"/>
              <a:ext cx="4585268" cy="522565"/>
            </a:xfrm>
            <a:prstGeom prst="rect">
              <a:avLst/>
            </a:prstGeom>
          </p:spPr>
        </p:pic>
        <p:sp>
          <p:nvSpPr>
            <p:cNvPr id="9" name="object 7"/>
            <p:cNvSpPr/>
            <p:nvPr/>
          </p:nvSpPr>
          <p:spPr>
            <a:xfrm>
              <a:off x="2883931" y="282892"/>
              <a:ext cx="4479290" cy="416559"/>
            </a:xfrm>
            <a:custGeom>
              <a:avLst/>
              <a:gdLst/>
              <a:ahLst/>
              <a:cxnLst/>
              <a:rect l="l" t="t" r="r" b="b"/>
              <a:pathLst>
                <a:path w="4479290" h="416559">
                  <a:moveTo>
                    <a:pt x="4394158" y="0"/>
                  </a:moveTo>
                  <a:lnTo>
                    <a:pt x="84972" y="0"/>
                  </a:lnTo>
                  <a:lnTo>
                    <a:pt x="51863" y="5448"/>
                  </a:lnTo>
                  <a:lnTo>
                    <a:pt x="24831" y="20326"/>
                  </a:lnTo>
                  <a:lnTo>
                    <a:pt x="6705" y="42329"/>
                  </a:lnTo>
                  <a:lnTo>
                    <a:pt x="0" y="69361"/>
                  </a:lnTo>
                  <a:lnTo>
                    <a:pt x="0" y="346910"/>
                  </a:lnTo>
                  <a:lnTo>
                    <a:pt x="6705" y="373941"/>
                  </a:lnTo>
                  <a:lnTo>
                    <a:pt x="24831" y="395944"/>
                  </a:lnTo>
                  <a:lnTo>
                    <a:pt x="51863" y="410822"/>
                  </a:lnTo>
                  <a:lnTo>
                    <a:pt x="84972" y="416271"/>
                  </a:lnTo>
                  <a:lnTo>
                    <a:pt x="4394158" y="416271"/>
                  </a:lnTo>
                  <a:lnTo>
                    <a:pt x="4427267" y="410822"/>
                  </a:lnTo>
                  <a:lnTo>
                    <a:pt x="4454299" y="395944"/>
                  </a:lnTo>
                  <a:lnTo>
                    <a:pt x="4472425" y="373941"/>
                  </a:lnTo>
                  <a:lnTo>
                    <a:pt x="4479131" y="346910"/>
                  </a:lnTo>
                  <a:lnTo>
                    <a:pt x="4479131" y="69361"/>
                  </a:lnTo>
                  <a:lnTo>
                    <a:pt x="4472425" y="42329"/>
                  </a:lnTo>
                  <a:lnTo>
                    <a:pt x="4454299" y="20326"/>
                  </a:lnTo>
                  <a:lnTo>
                    <a:pt x="4427267" y="5448"/>
                  </a:lnTo>
                  <a:lnTo>
                    <a:pt x="4394158" y="0"/>
                  </a:lnTo>
                  <a:close/>
                </a:path>
              </a:pathLst>
            </a:custGeom>
            <a:solidFill>
              <a:srgbClr val="FF6600"/>
            </a:solidFill>
          </p:spPr>
          <p:txBody>
            <a:bodyPr wrap="square" lIns="0" tIns="0" rIns="0" bIns="0" rtlCol="0"/>
            <a:lstStyle/>
            <a:p>
              <a:endParaRPr/>
            </a:p>
          </p:txBody>
        </p:sp>
      </p:grpSp>
      <p:sp>
        <p:nvSpPr>
          <p:cNvPr id="10" name="object 9"/>
          <p:cNvSpPr txBox="1">
            <a:spLocks/>
          </p:cNvSpPr>
          <p:nvPr/>
        </p:nvSpPr>
        <p:spPr>
          <a:xfrm>
            <a:off x="3604543" y="286092"/>
            <a:ext cx="2853690" cy="355225"/>
          </a:xfrm>
          <a:prstGeom prst="rect">
            <a:avLst/>
          </a:prstGeom>
        </p:spPr>
        <p:txBody>
          <a:bodyPr vert="horz" wrap="square" lIns="0" tIns="16510" rIns="0" bIns="0" rtlCol="0">
            <a:spAutoFit/>
          </a:bodyPr>
          <a:lstStyle>
            <a:lvl1pPr>
              <a:defRPr>
                <a:latin typeface="+mj-lt"/>
                <a:ea typeface="+mj-ea"/>
                <a:cs typeface="+mj-cs"/>
              </a:defRPr>
            </a:lvl1pPr>
          </a:lstStyle>
          <a:p>
            <a:pPr marL="12700" algn="ctr">
              <a:spcBef>
                <a:spcPts val="130"/>
              </a:spcBef>
            </a:pPr>
            <a:r>
              <a:rPr lang="en-IN" sz="1700" b="1" dirty="0">
                <a:solidFill>
                  <a:schemeClr val="bg1"/>
                </a:solidFill>
                <a:latin typeface="Times New Roman" panose="02020603050405020304" pitchFamily="18" charset="0"/>
                <a:cs typeface="Times New Roman" panose="02020603050405020304" pitchFamily="18" charset="0"/>
              </a:rPr>
              <a:t>REVIEW – I : DATABASE DESIGN</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4" name="object 3">
            <a:extLst>
              <a:ext uri="{FF2B5EF4-FFF2-40B4-BE49-F238E27FC236}">
                <a16:creationId xmlns:a16="http://schemas.microsoft.com/office/drawing/2014/main" id="{2B9EFFBF-7726-ED21-BD6C-4021B49E4438}"/>
              </a:ext>
            </a:extLst>
          </p:cNvPr>
          <p:cNvGrpSpPr/>
          <p:nvPr/>
        </p:nvGrpSpPr>
        <p:grpSpPr>
          <a:xfrm>
            <a:off x="2667000" y="85008"/>
            <a:ext cx="5103904" cy="1198311"/>
            <a:chOff x="2648188" y="47148"/>
            <a:chExt cx="5103904" cy="1198311"/>
          </a:xfrm>
        </p:grpSpPr>
        <p:pic>
          <p:nvPicPr>
            <p:cNvPr id="5" name="object 4">
              <a:extLst>
                <a:ext uri="{FF2B5EF4-FFF2-40B4-BE49-F238E27FC236}">
                  <a16:creationId xmlns:a16="http://schemas.microsoft.com/office/drawing/2014/main" id="{5359EAE0-4827-E1C6-F87E-DCB8892B4005}"/>
                </a:ext>
              </a:extLst>
            </p:cNvPr>
            <p:cNvPicPr/>
            <p:nvPr/>
          </p:nvPicPr>
          <p:blipFill>
            <a:blip r:embed="rId2" cstate="print"/>
            <a:stretch>
              <a:fillRect/>
            </a:stretch>
          </p:blipFill>
          <p:spPr>
            <a:xfrm>
              <a:off x="2648188" y="47148"/>
              <a:ext cx="5103904" cy="1198311"/>
            </a:xfrm>
            <a:prstGeom prst="rect">
              <a:avLst/>
            </a:prstGeom>
          </p:spPr>
        </p:pic>
        <p:pic>
          <p:nvPicPr>
            <p:cNvPr id="6" name="object 5">
              <a:extLst>
                <a:ext uri="{FF2B5EF4-FFF2-40B4-BE49-F238E27FC236}">
                  <a16:creationId xmlns:a16="http://schemas.microsoft.com/office/drawing/2014/main" id="{F4EE5AF0-F0A0-481E-EB59-2A06E92AC7E1}"/>
                </a:ext>
              </a:extLst>
            </p:cNvPr>
            <p:cNvPicPr/>
            <p:nvPr/>
          </p:nvPicPr>
          <p:blipFill>
            <a:blip r:embed="rId3" cstate="print"/>
            <a:stretch>
              <a:fillRect/>
            </a:stretch>
          </p:blipFill>
          <p:spPr>
            <a:xfrm>
              <a:off x="2703195" y="86439"/>
              <a:ext cx="4997767" cy="1092279"/>
            </a:xfrm>
            <a:prstGeom prst="rect">
              <a:avLst/>
            </a:prstGeom>
          </p:spPr>
        </p:pic>
        <p:pic>
          <p:nvPicPr>
            <p:cNvPr id="7" name="object 6">
              <a:extLst>
                <a:ext uri="{FF2B5EF4-FFF2-40B4-BE49-F238E27FC236}">
                  <a16:creationId xmlns:a16="http://schemas.microsoft.com/office/drawing/2014/main" id="{5FC53D65-7751-C01A-F243-C971B8A54510}"/>
                </a:ext>
              </a:extLst>
            </p:cNvPr>
            <p:cNvPicPr/>
            <p:nvPr/>
          </p:nvPicPr>
          <p:blipFill>
            <a:blip r:embed="rId4" cstate="print"/>
            <a:stretch>
              <a:fillRect/>
            </a:stretch>
          </p:blipFill>
          <p:spPr>
            <a:xfrm>
              <a:off x="2828925" y="243549"/>
              <a:ext cx="4585268" cy="522565"/>
            </a:xfrm>
            <a:prstGeom prst="rect">
              <a:avLst/>
            </a:prstGeom>
          </p:spPr>
        </p:pic>
        <p:sp>
          <p:nvSpPr>
            <p:cNvPr id="8" name="object 7">
              <a:extLst>
                <a:ext uri="{FF2B5EF4-FFF2-40B4-BE49-F238E27FC236}">
                  <a16:creationId xmlns:a16="http://schemas.microsoft.com/office/drawing/2014/main" id="{92DCFA7B-7796-4FFE-22C4-D8D11B1128AC}"/>
                </a:ext>
              </a:extLst>
            </p:cNvPr>
            <p:cNvSpPr/>
            <p:nvPr/>
          </p:nvSpPr>
          <p:spPr>
            <a:xfrm>
              <a:off x="2883931" y="282892"/>
              <a:ext cx="4479290" cy="416559"/>
            </a:xfrm>
            <a:custGeom>
              <a:avLst/>
              <a:gdLst/>
              <a:ahLst/>
              <a:cxnLst/>
              <a:rect l="l" t="t" r="r" b="b"/>
              <a:pathLst>
                <a:path w="4479290" h="416559">
                  <a:moveTo>
                    <a:pt x="4394158" y="0"/>
                  </a:moveTo>
                  <a:lnTo>
                    <a:pt x="84972" y="0"/>
                  </a:lnTo>
                  <a:lnTo>
                    <a:pt x="51863" y="5448"/>
                  </a:lnTo>
                  <a:lnTo>
                    <a:pt x="24831" y="20326"/>
                  </a:lnTo>
                  <a:lnTo>
                    <a:pt x="6705" y="42329"/>
                  </a:lnTo>
                  <a:lnTo>
                    <a:pt x="0" y="69361"/>
                  </a:lnTo>
                  <a:lnTo>
                    <a:pt x="0" y="346910"/>
                  </a:lnTo>
                  <a:lnTo>
                    <a:pt x="6705" y="373941"/>
                  </a:lnTo>
                  <a:lnTo>
                    <a:pt x="24831" y="395944"/>
                  </a:lnTo>
                  <a:lnTo>
                    <a:pt x="51863" y="410822"/>
                  </a:lnTo>
                  <a:lnTo>
                    <a:pt x="84972" y="416271"/>
                  </a:lnTo>
                  <a:lnTo>
                    <a:pt x="4394158" y="416271"/>
                  </a:lnTo>
                  <a:lnTo>
                    <a:pt x="4427267" y="410822"/>
                  </a:lnTo>
                  <a:lnTo>
                    <a:pt x="4454299" y="395944"/>
                  </a:lnTo>
                  <a:lnTo>
                    <a:pt x="4472425" y="373941"/>
                  </a:lnTo>
                  <a:lnTo>
                    <a:pt x="4479131" y="346910"/>
                  </a:lnTo>
                  <a:lnTo>
                    <a:pt x="4479131" y="69361"/>
                  </a:lnTo>
                  <a:lnTo>
                    <a:pt x="4472425" y="42329"/>
                  </a:lnTo>
                  <a:lnTo>
                    <a:pt x="4454299" y="20326"/>
                  </a:lnTo>
                  <a:lnTo>
                    <a:pt x="4427267" y="5448"/>
                  </a:lnTo>
                  <a:lnTo>
                    <a:pt x="4394158" y="0"/>
                  </a:lnTo>
                  <a:close/>
                </a:path>
              </a:pathLst>
            </a:custGeom>
            <a:solidFill>
              <a:srgbClr val="FF6600"/>
            </a:solidFill>
          </p:spPr>
          <p:txBody>
            <a:bodyPr wrap="square" lIns="0" tIns="0" rIns="0" bIns="0" rtlCol="0"/>
            <a:lstStyle/>
            <a:p>
              <a:endParaRPr dirty="0"/>
            </a:p>
          </p:txBody>
        </p:sp>
      </p:grpSp>
      <p:sp>
        <p:nvSpPr>
          <p:cNvPr id="15" name="TextBox 14">
            <a:extLst>
              <a:ext uri="{FF2B5EF4-FFF2-40B4-BE49-F238E27FC236}">
                <a16:creationId xmlns:a16="http://schemas.microsoft.com/office/drawing/2014/main" id="{D80E80D0-6F89-D49C-8F71-3B704975761E}"/>
              </a:ext>
            </a:extLst>
          </p:cNvPr>
          <p:cNvSpPr txBox="1"/>
          <p:nvPr/>
        </p:nvSpPr>
        <p:spPr>
          <a:xfrm>
            <a:off x="3954952" y="344896"/>
            <a:ext cx="5029200" cy="392415"/>
          </a:xfrm>
          <a:prstGeom prst="rect">
            <a:avLst/>
          </a:prstGeom>
          <a:noFill/>
        </p:spPr>
        <p:txBody>
          <a:bodyPr wrap="square">
            <a:spAutoFit/>
          </a:bodyPr>
          <a:lstStyle/>
          <a:p>
            <a:r>
              <a:rPr lang="en-IN" sz="1950" b="1" dirty="0">
                <a:solidFill>
                  <a:schemeClr val="bg1"/>
                </a:solidFill>
                <a:latin typeface="Times New Roman" panose="02020603050405020304" pitchFamily="18" charset="0"/>
                <a:cs typeface="Times New Roman" panose="02020603050405020304" pitchFamily="18" charset="0"/>
              </a:rPr>
              <a:t>DESIGN</a:t>
            </a:r>
          </a:p>
        </p:txBody>
      </p:sp>
      <p:pic>
        <p:nvPicPr>
          <p:cNvPr id="17" name="object 3">
            <a:extLst>
              <a:ext uri="{FF2B5EF4-FFF2-40B4-BE49-F238E27FC236}">
                <a16:creationId xmlns:a16="http://schemas.microsoft.com/office/drawing/2014/main" id="{EED75953-77B8-EB79-983F-0DFB76BE35E9}"/>
              </a:ext>
            </a:extLst>
          </p:cNvPr>
          <p:cNvPicPr/>
          <p:nvPr/>
        </p:nvPicPr>
        <p:blipFill>
          <a:blip r:embed="rId5" cstate="print"/>
          <a:stretch>
            <a:fillRect/>
          </a:stretch>
        </p:blipFill>
        <p:spPr>
          <a:xfrm>
            <a:off x="290750" y="204311"/>
            <a:ext cx="1163002" cy="424338"/>
          </a:xfrm>
          <a:prstGeom prst="rect">
            <a:avLst/>
          </a:prstGeom>
        </p:spPr>
      </p:pic>
      <p:pic>
        <p:nvPicPr>
          <p:cNvPr id="11" name="Picture 10" descr="A diagram illustrating a software management system to centralize and manage software development data, reduce redundancy, enhance data integrity, and improve information retrieval through a normalized database structure.&#10;&#10;AI-generated content may be incorrect.">
            <a:extLst>
              <a:ext uri="{FF2B5EF4-FFF2-40B4-BE49-F238E27FC236}">
                <a16:creationId xmlns:a16="http://schemas.microsoft.com/office/drawing/2014/main" id="{182770AD-F537-63C1-0F95-41A2A007E041}"/>
              </a:ext>
            </a:extLst>
          </p:cNvPr>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0" y="1055770"/>
            <a:ext cx="10058400" cy="6107029"/>
          </a:xfrm>
          <a:prstGeom prst="rect">
            <a:avLst/>
          </a:prstGeom>
        </p:spPr>
      </p:pic>
    </p:spTree>
    <p:extLst>
      <p:ext uri="{BB962C8B-B14F-4D97-AF65-F5344CB8AC3E}">
        <p14:creationId xmlns:p14="http://schemas.microsoft.com/office/powerpoint/2010/main" val="86789223"/>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994C3EB-A702-D17F-4829-E37569932D53}"/>
            </a:ext>
          </a:extLst>
        </p:cNvPr>
        <p:cNvGrpSpPr/>
        <p:nvPr/>
      </p:nvGrpSpPr>
      <p:grpSpPr>
        <a:xfrm>
          <a:off x="0" y="0"/>
          <a:ext cx="0" cy="0"/>
          <a:chOff x="0" y="0"/>
          <a:chExt cx="0" cy="0"/>
        </a:xfrm>
      </p:grpSpPr>
      <p:sp>
        <p:nvSpPr>
          <p:cNvPr id="15" name="TextBox 14">
            <a:extLst>
              <a:ext uri="{FF2B5EF4-FFF2-40B4-BE49-F238E27FC236}">
                <a16:creationId xmlns:a16="http://schemas.microsoft.com/office/drawing/2014/main" id="{C94372AF-741E-13F0-7A49-5899AAA88E58}"/>
              </a:ext>
            </a:extLst>
          </p:cNvPr>
          <p:cNvSpPr txBox="1"/>
          <p:nvPr/>
        </p:nvSpPr>
        <p:spPr>
          <a:xfrm>
            <a:off x="4412373" y="321324"/>
            <a:ext cx="5029200" cy="392415"/>
          </a:xfrm>
          <a:prstGeom prst="rect">
            <a:avLst/>
          </a:prstGeom>
          <a:noFill/>
        </p:spPr>
        <p:txBody>
          <a:bodyPr wrap="square">
            <a:spAutoFit/>
          </a:bodyPr>
          <a:lstStyle/>
          <a:p>
            <a:r>
              <a:rPr lang="en-IN" sz="1950" b="1" dirty="0">
                <a:solidFill>
                  <a:schemeClr val="bg1"/>
                </a:solidFill>
                <a:latin typeface="Times New Roman" panose="02020603050405020304" pitchFamily="18" charset="0"/>
                <a:cs typeface="Times New Roman" panose="02020603050405020304" pitchFamily="18" charset="0"/>
              </a:rPr>
              <a:t>DESIGN</a:t>
            </a:r>
          </a:p>
        </p:txBody>
      </p:sp>
      <p:pic>
        <p:nvPicPr>
          <p:cNvPr id="17" name="object 3">
            <a:extLst>
              <a:ext uri="{FF2B5EF4-FFF2-40B4-BE49-F238E27FC236}">
                <a16:creationId xmlns:a16="http://schemas.microsoft.com/office/drawing/2014/main" id="{A1EEC003-D96B-9878-B867-CB3E416DA499}"/>
              </a:ext>
            </a:extLst>
          </p:cNvPr>
          <p:cNvPicPr/>
          <p:nvPr/>
        </p:nvPicPr>
        <p:blipFill>
          <a:blip r:embed="rId2" cstate="print"/>
          <a:stretch>
            <a:fillRect/>
          </a:stretch>
        </p:blipFill>
        <p:spPr>
          <a:xfrm>
            <a:off x="290750" y="204311"/>
            <a:ext cx="1163002" cy="424338"/>
          </a:xfrm>
          <a:prstGeom prst="rect">
            <a:avLst/>
          </a:prstGeom>
        </p:spPr>
      </p:pic>
      <p:grpSp>
        <p:nvGrpSpPr>
          <p:cNvPr id="2" name="object 3">
            <a:extLst>
              <a:ext uri="{FF2B5EF4-FFF2-40B4-BE49-F238E27FC236}">
                <a16:creationId xmlns:a16="http://schemas.microsoft.com/office/drawing/2014/main" id="{444C8BDC-1408-2F08-ECFE-24342F99259F}"/>
              </a:ext>
            </a:extLst>
          </p:cNvPr>
          <p:cNvGrpSpPr/>
          <p:nvPr/>
        </p:nvGrpSpPr>
        <p:grpSpPr>
          <a:xfrm>
            <a:off x="2667000" y="85008"/>
            <a:ext cx="5103904" cy="1198311"/>
            <a:chOff x="2648188" y="47148"/>
            <a:chExt cx="5103904" cy="1198311"/>
          </a:xfrm>
        </p:grpSpPr>
        <p:pic>
          <p:nvPicPr>
            <p:cNvPr id="3" name="object 4">
              <a:extLst>
                <a:ext uri="{FF2B5EF4-FFF2-40B4-BE49-F238E27FC236}">
                  <a16:creationId xmlns:a16="http://schemas.microsoft.com/office/drawing/2014/main" id="{486D7949-B407-1EA2-DD79-8A477F1C214A}"/>
                </a:ext>
              </a:extLst>
            </p:cNvPr>
            <p:cNvPicPr/>
            <p:nvPr/>
          </p:nvPicPr>
          <p:blipFill>
            <a:blip r:embed="rId3" cstate="print"/>
            <a:stretch>
              <a:fillRect/>
            </a:stretch>
          </p:blipFill>
          <p:spPr>
            <a:xfrm>
              <a:off x="2648188" y="47148"/>
              <a:ext cx="5103904" cy="1198311"/>
            </a:xfrm>
            <a:prstGeom prst="rect">
              <a:avLst/>
            </a:prstGeom>
          </p:spPr>
        </p:pic>
        <p:pic>
          <p:nvPicPr>
            <p:cNvPr id="4" name="object 5">
              <a:extLst>
                <a:ext uri="{FF2B5EF4-FFF2-40B4-BE49-F238E27FC236}">
                  <a16:creationId xmlns:a16="http://schemas.microsoft.com/office/drawing/2014/main" id="{AF19115A-194D-B4F3-FDC6-80C7A9EAC643}"/>
                </a:ext>
              </a:extLst>
            </p:cNvPr>
            <p:cNvPicPr/>
            <p:nvPr/>
          </p:nvPicPr>
          <p:blipFill>
            <a:blip r:embed="rId4" cstate="print"/>
            <a:stretch>
              <a:fillRect/>
            </a:stretch>
          </p:blipFill>
          <p:spPr>
            <a:xfrm>
              <a:off x="2703195" y="86439"/>
              <a:ext cx="4997767" cy="1092279"/>
            </a:xfrm>
            <a:prstGeom prst="rect">
              <a:avLst/>
            </a:prstGeom>
          </p:spPr>
        </p:pic>
        <p:pic>
          <p:nvPicPr>
            <p:cNvPr id="5" name="object 6">
              <a:extLst>
                <a:ext uri="{FF2B5EF4-FFF2-40B4-BE49-F238E27FC236}">
                  <a16:creationId xmlns:a16="http://schemas.microsoft.com/office/drawing/2014/main" id="{E665D128-267F-2426-96EF-5BA2DC13C642}"/>
                </a:ext>
              </a:extLst>
            </p:cNvPr>
            <p:cNvPicPr/>
            <p:nvPr/>
          </p:nvPicPr>
          <p:blipFill>
            <a:blip r:embed="rId5" cstate="print"/>
            <a:stretch>
              <a:fillRect/>
            </a:stretch>
          </p:blipFill>
          <p:spPr>
            <a:xfrm>
              <a:off x="2828925" y="243549"/>
              <a:ext cx="4585268" cy="522565"/>
            </a:xfrm>
            <a:prstGeom prst="rect">
              <a:avLst/>
            </a:prstGeom>
          </p:spPr>
        </p:pic>
        <p:sp>
          <p:nvSpPr>
            <p:cNvPr id="6" name="object 7">
              <a:extLst>
                <a:ext uri="{FF2B5EF4-FFF2-40B4-BE49-F238E27FC236}">
                  <a16:creationId xmlns:a16="http://schemas.microsoft.com/office/drawing/2014/main" id="{CBF6A033-32D1-951A-E7A6-E89336F7E40B}"/>
                </a:ext>
              </a:extLst>
            </p:cNvPr>
            <p:cNvSpPr/>
            <p:nvPr/>
          </p:nvSpPr>
          <p:spPr>
            <a:xfrm>
              <a:off x="2883931" y="282892"/>
              <a:ext cx="4479290" cy="416559"/>
            </a:xfrm>
            <a:custGeom>
              <a:avLst/>
              <a:gdLst/>
              <a:ahLst/>
              <a:cxnLst/>
              <a:rect l="l" t="t" r="r" b="b"/>
              <a:pathLst>
                <a:path w="4479290" h="416559">
                  <a:moveTo>
                    <a:pt x="4394158" y="0"/>
                  </a:moveTo>
                  <a:lnTo>
                    <a:pt x="84972" y="0"/>
                  </a:lnTo>
                  <a:lnTo>
                    <a:pt x="51863" y="5448"/>
                  </a:lnTo>
                  <a:lnTo>
                    <a:pt x="24831" y="20326"/>
                  </a:lnTo>
                  <a:lnTo>
                    <a:pt x="6705" y="42329"/>
                  </a:lnTo>
                  <a:lnTo>
                    <a:pt x="0" y="69361"/>
                  </a:lnTo>
                  <a:lnTo>
                    <a:pt x="0" y="346910"/>
                  </a:lnTo>
                  <a:lnTo>
                    <a:pt x="6705" y="373941"/>
                  </a:lnTo>
                  <a:lnTo>
                    <a:pt x="24831" y="395944"/>
                  </a:lnTo>
                  <a:lnTo>
                    <a:pt x="51863" y="410822"/>
                  </a:lnTo>
                  <a:lnTo>
                    <a:pt x="84972" y="416271"/>
                  </a:lnTo>
                  <a:lnTo>
                    <a:pt x="4394158" y="416271"/>
                  </a:lnTo>
                  <a:lnTo>
                    <a:pt x="4427267" y="410822"/>
                  </a:lnTo>
                  <a:lnTo>
                    <a:pt x="4454299" y="395944"/>
                  </a:lnTo>
                  <a:lnTo>
                    <a:pt x="4472425" y="373941"/>
                  </a:lnTo>
                  <a:lnTo>
                    <a:pt x="4479131" y="346910"/>
                  </a:lnTo>
                  <a:lnTo>
                    <a:pt x="4479131" y="69361"/>
                  </a:lnTo>
                  <a:lnTo>
                    <a:pt x="4472425" y="42329"/>
                  </a:lnTo>
                  <a:lnTo>
                    <a:pt x="4454299" y="20326"/>
                  </a:lnTo>
                  <a:lnTo>
                    <a:pt x="4427267" y="5448"/>
                  </a:lnTo>
                  <a:lnTo>
                    <a:pt x="4394158" y="0"/>
                  </a:lnTo>
                  <a:close/>
                </a:path>
              </a:pathLst>
            </a:custGeom>
            <a:solidFill>
              <a:srgbClr val="FF6600"/>
            </a:solidFill>
          </p:spPr>
          <p:txBody>
            <a:bodyPr wrap="square" lIns="0" tIns="0" rIns="0" bIns="0" rtlCol="0"/>
            <a:lstStyle/>
            <a:p>
              <a:endParaRPr dirty="0"/>
            </a:p>
          </p:txBody>
        </p:sp>
      </p:grpSp>
      <p:sp>
        <p:nvSpPr>
          <p:cNvPr id="7" name="TextBox 6">
            <a:extLst>
              <a:ext uri="{FF2B5EF4-FFF2-40B4-BE49-F238E27FC236}">
                <a16:creationId xmlns:a16="http://schemas.microsoft.com/office/drawing/2014/main" id="{0A3D4540-9EF3-DE22-0F98-4B4BAC3FACC2}"/>
              </a:ext>
            </a:extLst>
          </p:cNvPr>
          <p:cNvSpPr txBox="1"/>
          <p:nvPr/>
        </p:nvSpPr>
        <p:spPr>
          <a:xfrm>
            <a:off x="3200400" y="321324"/>
            <a:ext cx="5029200" cy="392415"/>
          </a:xfrm>
          <a:prstGeom prst="rect">
            <a:avLst/>
          </a:prstGeom>
          <a:noFill/>
        </p:spPr>
        <p:txBody>
          <a:bodyPr wrap="square">
            <a:spAutoFit/>
          </a:bodyPr>
          <a:lstStyle/>
          <a:p>
            <a:r>
              <a:rPr lang="en-IN" sz="1950" b="1" dirty="0">
                <a:solidFill>
                  <a:schemeClr val="bg1"/>
                </a:solidFill>
                <a:latin typeface="Times New Roman" panose="02020603050405020304" pitchFamily="18" charset="0"/>
                <a:cs typeface="Times New Roman" panose="02020603050405020304" pitchFamily="18" charset="0"/>
              </a:rPr>
              <a:t>ENTITIES &amp; ATTRIBUTES</a:t>
            </a:r>
          </a:p>
        </p:txBody>
      </p:sp>
      <p:pic>
        <p:nvPicPr>
          <p:cNvPr id="10" name="Picture 9" descr="The diagram illustrates a database schema for a software development team, showing relationships among employees, projects, tasks, and bugs.&#10;&#10;AI-generated content may be incorrect.">
            <a:extLst>
              <a:ext uri="{FF2B5EF4-FFF2-40B4-BE49-F238E27FC236}">
                <a16:creationId xmlns:a16="http://schemas.microsoft.com/office/drawing/2014/main" id="{A61FA154-9B6D-9FED-2A1A-688066091219}"/>
              </a:ext>
            </a:extLst>
          </p:cNvPr>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0" y="1254744"/>
            <a:ext cx="10058400" cy="5956324"/>
          </a:xfrm>
          <a:prstGeom prst="rect">
            <a:avLst/>
          </a:prstGeom>
        </p:spPr>
      </p:pic>
    </p:spTree>
    <p:extLst>
      <p:ext uri="{BB962C8B-B14F-4D97-AF65-F5344CB8AC3E}">
        <p14:creationId xmlns:p14="http://schemas.microsoft.com/office/powerpoint/2010/main" val="26077263"/>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7427A3C-9BEC-C61B-FC8D-3B949CD89026}"/>
            </a:ext>
          </a:extLst>
        </p:cNvPr>
        <p:cNvGrpSpPr/>
        <p:nvPr/>
      </p:nvGrpSpPr>
      <p:grpSpPr>
        <a:xfrm>
          <a:off x="0" y="0"/>
          <a:ext cx="0" cy="0"/>
          <a:chOff x="0" y="0"/>
          <a:chExt cx="0" cy="0"/>
        </a:xfrm>
      </p:grpSpPr>
      <p:sp>
        <p:nvSpPr>
          <p:cNvPr id="15" name="TextBox 14">
            <a:extLst>
              <a:ext uri="{FF2B5EF4-FFF2-40B4-BE49-F238E27FC236}">
                <a16:creationId xmlns:a16="http://schemas.microsoft.com/office/drawing/2014/main" id="{15F0E8CC-BDB8-7C3E-7C5E-012FD1252950}"/>
              </a:ext>
            </a:extLst>
          </p:cNvPr>
          <p:cNvSpPr txBox="1"/>
          <p:nvPr/>
        </p:nvSpPr>
        <p:spPr>
          <a:xfrm>
            <a:off x="4412373" y="321324"/>
            <a:ext cx="5029200" cy="392415"/>
          </a:xfrm>
          <a:prstGeom prst="rect">
            <a:avLst/>
          </a:prstGeom>
          <a:noFill/>
        </p:spPr>
        <p:txBody>
          <a:bodyPr wrap="square">
            <a:spAutoFit/>
          </a:bodyPr>
          <a:lstStyle/>
          <a:p>
            <a:r>
              <a:rPr lang="en-IN" sz="1950" b="1" dirty="0">
                <a:solidFill>
                  <a:schemeClr val="bg1"/>
                </a:solidFill>
                <a:latin typeface="Times New Roman" panose="02020603050405020304" pitchFamily="18" charset="0"/>
                <a:cs typeface="Times New Roman" panose="02020603050405020304" pitchFamily="18" charset="0"/>
              </a:rPr>
              <a:t>DESIGN</a:t>
            </a:r>
          </a:p>
        </p:txBody>
      </p:sp>
      <p:pic>
        <p:nvPicPr>
          <p:cNvPr id="17" name="object 3">
            <a:extLst>
              <a:ext uri="{FF2B5EF4-FFF2-40B4-BE49-F238E27FC236}">
                <a16:creationId xmlns:a16="http://schemas.microsoft.com/office/drawing/2014/main" id="{DBC28A04-FC65-6F36-8766-2B93E376E261}"/>
              </a:ext>
            </a:extLst>
          </p:cNvPr>
          <p:cNvPicPr/>
          <p:nvPr/>
        </p:nvPicPr>
        <p:blipFill>
          <a:blip r:embed="rId2" cstate="print"/>
          <a:stretch>
            <a:fillRect/>
          </a:stretch>
        </p:blipFill>
        <p:spPr>
          <a:xfrm>
            <a:off x="290750" y="204311"/>
            <a:ext cx="1163002" cy="424338"/>
          </a:xfrm>
          <a:prstGeom prst="rect">
            <a:avLst/>
          </a:prstGeom>
        </p:spPr>
      </p:pic>
      <p:grpSp>
        <p:nvGrpSpPr>
          <p:cNvPr id="2" name="object 3">
            <a:extLst>
              <a:ext uri="{FF2B5EF4-FFF2-40B4-BE49-F238E27FC236}">
                <a16:creationId xmlns:a16="http://schemas.microsoft.com/office/drawing/2014/main" id="{46F9D794-31EA-8ABA-A5E3-D49E7DEF13C2}"/>
              </a:ext>
            </a:extLst>
          </p:cNvPr>
          <p:cNvGrpSpPr/>
          <p:nvPr/>
        </p:nvGrpSpPr>
        <p:grpSpPr>
          <a:xfrm>
            <a:off x="2667000" y="85008"/>
            <a:ext cx="5103904" cy="1198311"/>
            <a:chOff x="2648188" y="47148"/>
            <a:chExt cx="5103904" cy="1198311"/>
          </a:xfrm>
        </p:grpSpPr>
        <p:pic>
          <p:nvPicPr>
            <p:cNvPr id="3" name="object 4">
              <a:extLst>
                <a:ext uri="{FF2B5EF4-FFF2-40B4-BE49-F238E27FC236}">
                  <a16:creationId xmlns:a16="http://schemas.microsoft.com/office/drawing/2014/main" id="{E0767A3E-73A4-9967-916C-59851FE931A3}"/>
                </a:ext>
              </a:extLst>
            </p:cNvPr>
            <p:cNvPicPr/>
            <p:nvPr/>
          </p:nvPicPr>
          <p:blipFill>
            <a:blip r:embed="rId3" cstate="print"/>
            <a:stretch>
              <a:fillRect/>
            </a:stretch>
          </p:blipFill>
          <p:spPr>
            <a:xfrm>
              <a:off x="2648188" y="47148"/>
              <a:ext cx="5103904" cy="1198311"/>
            </a:xfrm>
            <a:prstGeom prst="rect">
              <a:avLst/>
            </a:prstGeom>
          </p:spPr>
        </p:pic>
        <p:pic>
          <p:nvPicPr>
            <p:cNvPr id="4" name="object 5">
              <a:extLst>
                <a:ext uri="{FF2B5EF4-FFF2-40B4-BE49-F238E27FC236}">
                  <a16:creationId xmlns:a16="http://schemas.microsoft.com/office/drawing/2014/main" id="{5C64E3F9-2AFD-ACC7-6183-250AF43BDF58}"/>
                </a:ext>
              </a:extLst>
            </p:cNvPr>
            <p:cNvPicPr/>
            <p:nvPr/>
          </p:nvPicPr>
          <p:blipFill>
            <a:blip r:embed="rId4" cstate="print"/>
            <a:stretch>
              <a:fillRect/>
            </a:stretch>
          </p:blipFill>
          <p:spPr>
            <a:xfrm>
              <a:off x="2703195" y="86439"/>
              <a:ext cx="4997767" cy="1092279"/>
            </a:xfrm>
            <a:prstGeom prst="rect">
              <a:avLst/>
            </a:prstGeom>
          </p:spPr>
        </p:pic>
        <p:pic>
          <p:nvPicPr>
            <p:cNvPr id="5" name="object 6">
              <a:extLst>
                <a:ext uri="{FF2B5EF4-FFF2-40B4-BE49-F238E27FC236}">
                  <a16:creationId xmlns:a16="http://schemas.microsoft.com/office/drawing/2014/main" id="{01E94C25-6779-8458-E95E-F4782347F2B3}"/>
                </a:ext>
              </a:extLst>
            </p:cNvPr>
            <p:cNvPicPr/>
            <p:nvPr/>
          </p:nvPicPr>
          <p:blipFill>
            <a:blip r:embed="rId5" cstate="print"/>
            <a:stretch>
              <a:fillRect/>
            </a:stretch>
          </p:blipFill>
          <p:spPr>
            <a:xfrm>
              <a:off x="2828925" y="243549"/>
              <a:ext cx="4585268" cy="522565"/>
            </a:xfrm>
            <a:prstGeom prst="rect">
              <a:avLst/>
            </a:prstGeom>
          </p:spPr>
        </p:pic>
        <p:sp>
          <p:nvSpPr>
            <p:cNvPr id="6" name="object 7">
              <a:extLst>
                <a:ext uri="{FF2B5EF4-FFF2-40B4-BE49-F238E27FC236}">
                  <a16:creationId xmlns:a16="http://schemas.microsoft.com/office/drawing/2014/main" id="{D4973351-D6E2-D3B8-C7AF-9344AB18D3A7}"/>
                </a:ext>
              </a:extLst>
            </p:cNvPr>
            <p:cNvSpPr/>
            <p:nvPr/>
          </p:nvSpPr>
          <p:spPr>
            <a:xfrm>
              <a:off x="2883931" y="282892"/>
              <a:ext cx="4479290" cy="416559"/>
            </a:xfrm>
            <a:custGeom>
              <a:avLst/>
              <a:gdLst/>
              <a:ahLst/>
              <a:cxnLst/>
              <a:rect l="l" t="t" r="r" b="b"/>
              <a:pathLst>
                <a:path w="4479290" h="416559">
                  <a:moveTo>
                    <a:pt x="4394158" y="0"/>
                  </a:moveTo>
                  <a:lnTo>
                    <a:pt x="84972" y="0"/>
                  </a:lnTo>
                  <a:lnTo>
                    <a:pt x="51863" y="5448"/>
                  </a:lnTo>
                  <a:lnTo>
                    <a:pt x="24831" y="20326"/>
                  </a:lnTo>
                  <a:lnTo>
                    <a:pt x="6705" y="42329"/>
                  </a:lnTo>
                  <a:lnTo>
                    <a:pt x="0" y="69361"/>
                  </a:lnTo>
                  <a:lnTo>
                    <a:pt x="0" y="346910"/>
                  </a:lnTo>
                  <a:lnTo>
                    <a:pt x="6705" y="373941"/>
                  </a:lnTo>
                  <a:lnTo>
                    <a:pt x="24831" y="395944"/>
                  </a:lnTo>
                  <a:lnTo>
                    <a:pt x="51863" y="410822"/>
                  </a:lnTo>
                  <a:lnTo>
                    <a:pt x="84972" y="416271"/>
                  </a:lnTo>
                  <a:lnTo>
                    <a:pt x="4394158" y="416271"/>
                  </a:lnTo>
                  <a:lnTo>
                    <a:pt x="4427267" y="410822"/>
                  </a:lnTo>
                  <a:lnTo>
                    <a:pt x="4454299" y="395944"/>
                  </a:lnTo>
                  <a:lnTo>
                    <a:pt x="4472425" y="373941"/>
                  </a:lnTo>
                  <a:lnTo>
                    <a:pt x="4479131" y="346910"/>
                  </a:lnTo>
                  <a:lnTo>
                    <a:pt x="4479131" y="69361"/>
                  </a:lnTo>
                  <a:lnTo>
                    <a:pt x="4472425" y="42329"/>
                  </a:lnTo>
                  <a:lnTo>
                    <a:pt x="4454299" y="20326"/>
                  </a:lnTo>
                  <a:lnTo>
                    <a:pt x="4427267" y="5448"/>
                  </a:lnTo>
                  <a:lnTo>
                    <a:pt x="4394158" y="0"/>
                  </a:lnTo>
                  <a:close/>
                </a:path>
              </a:pathLst>
            </a:custGeom>
            <a:solidFill>
              <a:srgbClr val="FF6600"/>
            </a:solidFill>
          </p:spPr>
          <p:txBody>
            <a:bodyPr wrap="square" lIns="0" tIns="0" rIns="0" bIns="0" rtlCol="0"/>
            <a:lstStyle/>
            <a:p>
              <a:endParaRPr dirty="0"/>
            </a:p>
          </p:txBody>
        </p:sp>
      </p:grpSp>
      <p:sp>
        <p:nvSpPr>
          <p:cNvPr id="7" name="TextBox 6">
            <a:extLst>
              <a:ext uri="{FF2B5EF4-FFF2-40B4-BE49-F238E27FC236}">
                <a16:creationId xmlns:a16="http://schemas.microsoft.com/office/drawing/2014/main" id="{50DE1838-629A-37A8-DB28-E5CABD39B264}"/>
              </a:ext>
            </a:extLst>
          </p:cNvPr>
          <p:cNvSpPr txBox="1"/>
          <p:nvPr/>
        </p:nvSpPr>
        <p:spPr>
          <a:xfrm>
            <a:off x="4191000" y="321324"/>
            <a:ext cx="5029200" cy="392415"/>
          </a:xfrm>
          <a:prstGeom prst="rect">
            <a:avLst/>
          </a:prstGeom>
          <a:noFill/>
        </p:spPr>
        <p:txBody>
          <a:bodyPr wrap="square">
            <a:spAutoFit/>
          </a:bodyPr>
          <a:lstStyle/>
          <a:p>
            <a:r>
              <a:rPr lang="en-IN" sz="1950" b="1" dirty="0">
                <a:solidFill>
                  <a:schemeClr val="bg1"/>
                </a:solidFill>
                <a:latin typeface="Times New Roman" panose="02020603050405020304" pitchFamily="18" charset="0"/>
                <a:cs typeface="Times New Roman" panose="02020603050405020304" pitchFamily="18" charset="0"/>
              </a:rPr>
              <a:t>ER DIAGRAM</a:t>
            </a:r>
          </a:p>
        </p:txBody>
      </p:sp>
      <p:pic>
        <p:nvPicPr>
          <p:cNvPr id="10" name="Picture 9">
            <a:extLst>
              <a:ext uri="{FF2B5EF4-FFF2-40B4-BE49-F238E27FC236}">
                <a16:creationId xmlns:a16="http://schemas.microsoft.com/office/drawing/2014/main" id="{5C85D2C8-B34A-64FD-4C77-A1E7C2C323DF}"/>
              </a:ext>
            </a:extLst>
          </p:cNvPr>
          <p:cNvPicPr>
            <a:picLocks noChangeAspect="1"/>
          </p:cNvPicPr>
          <p:nvPr/>
        </p:nvPicPr>
        <p:blipFill>
          <a:blip r:embed="rId6"/>
          <a:stretch>
            <a:fillRect/>
          </a:stretch>
        </p:blipFill>
        <p:spPr>
          <a:xfrm>
            <a:off x="1101771" y="1332135"/>
            <a:ext cx="8077199" cy="5870022"/>
          </a:xfrm>
          <a:prstGeom prst="rect">
            <a:avLst/>
          </a:prstGeom>
        </p:spPr>
      </p:pic>
    </p:spTree>
    <p:extLst>
      <p:ext uri="{BB962C8B-B14F-4D97-AF65-F5344CB8AC3E}">
        <p14:creationId xmlns:p14="http://schemas.microsoft.com/office/powerpoint/2010/main" val="1149973987"/>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F1FF62A-28CD-1AF0-FCC9-9795D99130CF}"/>
            </a:ext>
          </a:extLst>
        </p:cNvPr>
        <p:cNvGrpSpPr/>
        <p:nvPr/>
      </p:nvGrpSpPr>
      <p:grpSpPr>
        <a:xfrm>
          <a:off x="0" y="0"/>
          <a:ext cx="0" cy="0"/>
          <a:chOff x="0" y="0"/>
          <a:chExt cx="0" cy="0"/>
        </a:xfrm>
      </p:grpSpPr>
      <p:sp>
        <p:nvSpPr>
          <p:cNvPr id="15" name="TextBox 14">
            <a:extLst>
              <a:ext uri="{FF2B5EF4-FFF2-40B4-BE49-F238E27FC236}">
                <a16:creationId xmlns:a16="http://schemas.microsoft.com/office/drawing/2014/main" id="{EA882BD3-FCF2-C56E-AAE2-C4D14D585E66}"/>
              </a:ext>
            </a:extLst>
          </p:cNvPr>
          <p:cNvSpPr txBox="1"/>
          <p:nvPr/>
        </p:nvSpPr>
        <p:spPr>
          <a:xfrm>
            <a:off x="4412373" y="321324"/>
            <a:ext cx="5029200" cy="392415"/>
          </a:xfrm>
          <a:prstGeom prst="rect">
            <a:avLst/>
          </a:prstGeom>
          <a:noFill/>
        </p:spPr>
        <p:txBody>
          <a:bodyPr wrap="square">
            <a:spAutoFit/>
          </a:bodyPr>
          <a:lstStyle/>
          <a:p>
            <a:r>
              <a:rPr lang="en-IN" sz="1950" b="1" dirty="0">
                <a:solidFill>
                  <a:schemeClr val="bg1"/>
                </a:solidFill>
                <a:latin typeface="Times New Roman" panose="02020603050405020304" pitchFamily="18" charset="0"/>
                <a:cs typeface="Times New Roman" panose="02020603050405020304" pitchFamily="18" charset="0"/>
              </a:rPr>
              <a:t>DESIGN</a:t>
            </a:r>
          </a:p>
        </p:txBody>
      </p:sp>
      <p:pic>
        <p:nvPicPr>
          <p:cNvPr id="17" name="object 3">
            <a:extLst>
              <a:ext uri="{FF2B5EF4-FFF2-40B4-BE49-F238E27FC236}">
                <a16:creationId xmlns:a16="http://schemas.microsoft.com/office/drawing/2014/main" id="{3CC86148-DFF8-3451-7947-2685EE95BD9F}"/>
              </a:ext>
            </a:extLst>
          </p:cNvPr>
          <p:cNvPicPr/>
          <p:nvPr/>
        </p:nvPicPr>
        <p:blipFill>
          <a:blip r:embed="rId2" cstate="print"/>
          <a:stretch>
            <a:fillRect/>
          </a:stretch>
        </p:blipFill>
        <p:spPr>
          <a:xfrm>
            <a:off x="290750" y="204311"/>
            <a:ext cx="1163002" cy="424338"/>
          </a:xfrm>
          <a:prstGeom prst="rect">
            <a:avLst/>
          </a:prstGeom>
        </p:spPr>
      </p:pic>
      <p:grpSp>
        <p:nvGrpSpPr>
          <p:cNvPr id="2" name="object 3">
            <a:extLst>
              <a:ext uri="{FF2B5EF4-FFF2-40B4-BE49-F238E27FC236}">
                <a16:creationId xmlns:a16="http://schemas.microsoft.com/office/drawing/2014/main" id="{A4DF9EE2-487D-D75F-149C-A5A989F91BE8}"/>
              </a:ext>
            </a:extLst>
          </p:cNvPr>
          <p:cNvGrpSpPr/>
          <p:nvPr/>
        </p:nvGrpSpPr>
        <p:grpSpPr>
          <a:xfrm>
            <a:off x="2667000" y="85008"/>
            <a:ext cx="5103904" cy="1198311"/>
            <a:chOff x="2648188" y="47148"/>
            <a:chExt cx="5103904" cy="1198311"/>
          </a:xfrm>
        </p:grpSpPr>
        <p:pic>
          <p:nvPicPr>
            <p:cNvPr id="3" name="object 4">
              <a:extLst>
                <a:ext uri="{FF2B5EF4-FFF2-40B4-BE49-F238E27FC236}">
                  <a16:creationId xmlns:a16="http://schemas.microsoft.com/office/drawing/2014/main" id="{1618242D-8DDA-301B-EF8C-793435D7B312}"/>
                </a:ext>
              </a:extLst>
            </p:cNvPr>
            <p:cNvPicPr/>
            <p:nvPr/>
          </p:nvPicPr>
          <p:blipFill>
            <a:blip r:embed="rId3" cstate="print"/>
            <a:stretch>
              <a:fillRect/>
            </a:stretch>
          </p:blipFill>
          <p:spPr>
            <a:xfrm>
              <a:off x="2648188" y="47148"/>
              <a:ext cx="5103904" cy="1198311"/>
            </a:xfrm>
            <a:prstGeom prst="rect">
              <a:avLst/>
            </a:prstGeom>
          </p:spPr>
        </p:pic>
        <p:pic>
          <p:nvPicPr>
            <p:cNvPr id="4" name="object 5">
              <a:extLst>
                <a:ext uri="{FF2B5EF4-FFF2-40B4-BE49-F238E27FC236}">
                  <a16:creationId xmlns:a16="http://schemas.microsoft.com/office/drawing/2014/main" id="{8669F432-648C-72A6-EE1E-52C40A5BB684}"/>
                </a:ext>
              </a:extLst>
            </p:cNvPr>
            <p:cNvPicPr/>
            <p:nvPr/>
          </p:nvPicPr>
          <p:blipFill>
            <a:blip r:embed="rId4" cstate="print"/>
            <a:stretch>
              <a:fillRect/>
            </a:stretch>
          </p:blipFill>
          <p:spPr>
            <a:xfrm>
              <a:off x="2703195" y="86439"/>
              <a:ext cx="4997767" cy="1092279"/>
            </a:xfrm>
            <a:prstGeom prst="rect">
              <a:avLst/>
            </a:prstGeom>
          </p:spPr>
        </p:pic>
        <p:pic>
          <p:nvPicPr>
            <p:cNvPr id="5" name="object 6">
              <a:extLst>
                <a:ext uri="{FF2B5EF4-FFF2-40B4-BE49-F238E27FC236}">
                  <a16:creationId xmlns:a16="http://schemas.microsoft.com/office/drawing/2014/main" id="{1D43B590-5504-6B74-CBB0-60480CB4BBC8}"/>
                </a:ext>
              </a:extLst>
            </p:cNvPr>
            <p:cNvPicPr/>
            <p:nvPr/>
          </p:nvPicPr>
          <p:blipFill>
            <a:blip r:embed="rId5" cstate="print"/>
            <a:stretch>
              <a:fillRect/>
            </a:stretch>
          </p:blipFill>
          <p:spPr>
            <a:xfrm>
              <a:off x="2828925" y="243549"/>
              <a:ext cx="4585268" cy="522565"/>
            </a:xfrm>
            <a:prstGeom prst="rect">
              <a:avLst/>
            </a:prstGeom>
          </p:spPr>
        </p:pic>
        <p:sp>
          <p:nvSpPr>
            <p:cNvPr id="6" name="object 7">
              <a:extLst>
                <a:ext uri="{FF2B5EF4-FFF2-40B4-BE49-F238E27FC236}">
                  <a16:creationId xmlns:a16="http://schemas.microsoft.com/office/drawing/2014/main" id="{82876794-728A-676B-5B3B-0E4A8320CD7E}"/>
                </a:ext>
              </a:extLst>
            </p:cNvPr>
            <p:cNvSpPr/>
            <p:nvPr/>
          </p:nvSpPr>
          <p:spPr>
            <a:xfrm>
              <a:off x="2883931" y="282892"/>
              <a:ext cx="4479290" cy="416559"/>
            </a:xfrm>
            <a:custGeom>
              <a:avLst/>
              <a:gdLst/>
              <a:ahLst/>
              <a:cxnLst/>
              <a:rect l="l" t="t" r="r" b="b"/>
              <a:pathLst>
                <a:path w="4479290" h="416559">
                  <a:moveTo>
                    <a:pt x="4394158" y="0"/>
                  </a:moveTo>
                  <a:lnTo>
                    <a:pt x="84972" y="0"/>
                  </a:lnTo>
                  <a:lnTo>
                    <a:pt x="51863" y="5448"/>
                  </a:lnTo>
                  <a:lnTo>
                    <a:pt x="24831" y="20326"/>
                  </a:lnTo>
                  <a:lnTo>
                    <a:pt x="6705" y="42329"/>
                  </a:lnTo>
                  <a:lnTo>
                    <a:pt x="0" y="69361"/>
                  </a:lnTo>
                  <a:lnTo>
                    <a:pt x="0" y="346910"/>
                  </a:lnTo>
                  <a:lnTo>
                    <a:pt x="6705" y="373941"/>
                  </a:lnTo>
                  <a:lnTo>
                    <a:pt x="24831" y="395944"/>
                  </a:lnTo>
                  <a:lnTo>
                    <a:pt x="51863" y="410822"/>
                  </a:lnTo>
                  <a:lnTo>
                    <a:pt x="84972" y="416271"/>
                  </a:lnTo>
                  <a:lnTo>
                    <a:pt x="4394158" y="416271"/>
                  </a:lnTo>
                  <a:lnTo>
                    <a:pt x="4427267" y="410822"/>
                  </a:lnTo>
                  <a:lnTo>
                    <a:pt x="4454299" y="395944"/>
                  </a:lnTo>
                  <a:lnTo>
                    <a:pt x="4472425" y="373941"/>
                  </a:lnTo>
                  <a:lnTo>
                    <a:pt x="4479131" y="346910"/>
                  </a:lnTo>
                  <a:lnTo>
                    <a:pt x="4479131" y="69361"/>
                  </a:lnTo>
                  <a:lnTo>
                    <a:pt x="4472425" y="42329"/>
                  </a:lnTo>
                  <a:lnTo>
                    <a:pt x="4454299" y="20326"/>
                  </a:lnTo>
                  <a:lnTo>
                    <a:pt x="4427267" y="5448"/>
                  </a:lnTo>
                  <a:lnTo>
                    <a:pt x="4394158" y="0"/>
                  </a:lnTo>
                  <a:close/>
                </a:path>
              </a:pathLst>
            </a:custGeom>
            <a:solidFill>
              <a:srgbClr val="FF6600"/>
            </a:solidFill>
          </p:spPr>
          <p:txBody>
            <a:bodyPr wrap="square" lIns="0" tIns="0" rIns="0" bIns="0" rtlCol="0"/>
            <a:lstStyle/>
            <a:p>
              <a:endParaRPr dirty="0"/>
            </a:p>
          </p:txBody>
        </p:sp>
      </p:grpSp>
      <p:sp>
        <p:nvSpPr>
          <p:cNvPr id="7" name="TextBox 6">
            <a:extLst>
              <a:ext uri="{FF2B5EF4-FFF2-40B4-BE49-F238E27FC236}">
                <a16:creationId xmlns:a16="http://schemas.microsoft.com/office/drawing/2014/main" id="{75FAEAFE-5DA8-E3CC-E08A-02ABAA5C5423}"/>
              </a:ext>
            </a:extLst>
          </p:cNvPr>
          <p:cNvSpPr txBox="1"/>
          <p:nvPr/>
        </p:nvSpPr>
        <p:spPr>
          <a:xfrm>
            <a:off x="2895600" y="304800"/>
            <a:ext cx="5029200" cy="400110"/>
          </a:xfrm>
          <a:prstGeom prst="rect">
            <a:avLst/>
          </a:prstGeom>
          <a:noFill/>
        </p:spPr>
        <p:txBody>
          <a:bodyPr wrap="square">
            <a:spAutoFit/>
          </a:bodyPr>
          <a:lstStyle/>
          <a:p>
            <a:r>
              <a:rPr lang="en-IN" sz="1950" b="1" dirty="0">
                <a:solidFill>
                  <a:schemeClr val="bg1"/>
                </a:solidFill>
                <a:latin typeface="Times New Roman" panose="02020603050405020304" pitchFamily="18" charset="0"/>
                <a:cs typeface="Times New Roman" panose="02020603050405020304" pitchFamily="18" charset="0"/>
              </a:rPr>
              <a:t>RELATIONAL</a:t>
            </a:r>
            <a:r>
              <a:rPr lang="en-IN" sz="2000" dirty="0"/>
              <a:t> </a:t>
            </a:r>
            <a:r>
              <a:rPr lang="en-IN" sz="1950" b="1" dirty="0">
                <a:solidFill>
                  <a:schemeClr val="bg1"/>
                </a:solidFill>
                <a:latin typeface="Times New Roman" panose="02020603050405020304" pitchFamily="18" charset="0"/>
                <a:cs typeface="Times New Roman" panose="02020603050405020304" pitchFamily="18" charset="0"/>
              </a:rPr>
              <a:t>DATABASE</a:t>
            </a:r>
            <a:r>
              <a:rPr lang="en-IN" sz="2000" dirty="0"/>
              <a:t> </a:t>
            </a:r>
            <a:r>
              <a:rPr lang="en-IN" sz="1950" b="1" dirty="0">
                <a:solidFill>
                  <a:schemeClr val="bg1"/>
                </a:solidFill>
                <a:latin typeface="Times New Roman" panose="02020603050405020304" pitchFamily="18" charset="0"/>
                <a:cs typeface="Times New Roman" panose="02020603050405020304" pitchFamily="18" charset="0"/>
              </a:rPr>
              <a:t>SCHEMA</a:t>
            </a:r>
          </a:p>
        </p:txBody>
      </p:sp>
      <p:pic>
        <p:nvPicPr>
          <p:cNvPr id="10" name="Picture 9" descr="A diagram illustrating a relational schema for a software management system, detailing the relationships and attributes of various entities like Project, Team, Employee, and Task, with constraints and data types specified.&#10;&#10;AI-generated content may be incorrect.">
            <a:extLst>
              <a:ext uri="{FF2B5EF4-FFF2-40B4-BE49-F238E27FC236}">
                <a16:creationId xmlns:a16="http://schemas.microsoft.com/office/drawing/2014/main" id="{8A9DC59C-6F84-9307-A369-C6CD1D006670}"/>
              </a:ext>
            </a:extLst>
          </p:cNvPr>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0" y="984474"/>
            <a:ext cx="10058400" cy="6663627"/>
          </a:xfrm>
          <a:prstGeom prst="rect">
            <a:avLst/>
          </a:prstGeom>
        </p:spPr>
      </p:pic>
    </p:spTree>
    <p:extLst>
      <p:ext uri="{BB962C8B-B14F-4D97-AF65-F5344CB8AC3E}">
        <p14:creationId xmlns:p14="http://schemas.microsoft.com/office/powerpoint/2010/main" val="3283178258"/>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85D1103-BED3-D0D1-2B32-DF462A49AD98}"/>
            </a:ext>
          </a:extLst>
        </p:cNvPr>
        <p:cNvGrpSpPr/>
        <p:nvPr/>
      </p:nvGrpSpPr>
      <p:grpSpPr>
        <a:xfrm>
          <a:off x="0" y="0"/>
          <a:ext cx="0" cy="0"/>
          <a:chOff x="0" y="0"/>
          <a:chExt cx="0" cy="0"/>
        </a:xfrm>
      </p:grpSpPr>
      <p:sp>
        <p:nvSpPr>
          <p:cNvPr id="15" name="TextBox 14">
            <a:extLst>
              <a:ext uri="{FF2B5EF4-FFF2-40B4-BE49-F238E27FC236}">
                <a16:creationId xmlns:a16="http://schemas.microsoft.com/office/drawing/2014/main" id="{386A48A0-7630-F33A-9602-55A8C30FABC0}"/>
              </a:ext>
            </a:extLst>
          </p:cNvPr>
          <p:cNvSpPr txBox="1"/>
          <p:nvPr/>
        </p:nvSpPr>
        <p:spPr>
          <a:xfrm>
            <a:off x="4412373" y="321324"/>
            <a:ext cx="5029200" cy="392415"/>
          </a:xfrm>
          <a:prstGeom prst="rect">
            <a:avLst/>
          </a:prstGeom>
          <a:noFill/>
        </p:spPr>
        <p:txBody>
          <a:bodyPr wrap="square">
            <a:spAutoFit/>
          </a:bodyPr>
          <a:lstStyle/>
          <a:p>
            <a:r>
              <a:rPr lang="en-IN" sz="1950" b="1" dirty="0">
                <a:solidFill>
                  <a:schemeClr val="bg1"/>
                </a:solidFill>
                <a:latin typeface="Times New Roman" panose="02020603050405020304" pitchFamily="18" charset="0"/>
                <a:cs typeface="Times New Roman" panose="02020603050405020304" pitchFamily="18" charset="0"/>
              </a:rPr>
              <a:t>DESIGN</a:t>
            </a:r>
          </a:p>
        </p:txBody>
      </p:sp>
      <p:pic>
        <p:nvPicPr>
          <p:cNvPr id="17" name="object 3">
            <a:extLst>
              <a:ext uri="{FF2B5EF4-FFF2-40B4-BE49-F238E27FC236}">
                <a16:creationId xmlns:a16="http://schemas.microsoft.com/office/drawing/2014/main" id="{4D87CA1E-4756-F08E-63BD-75124D6360A1}"/>
              </a:ext>
            </a:extLst>
          </p:cNvPr>
          <p:cNvPicPr/>
          <p:nvPr/>
        </p:nvPicPr>
        <p:blipFill>
          <a:blip r:embed="rId2" cstate="print"/>
          <a:stretch>
            <a:fillRect/>
          </a:stretch>
        </p:blipFill>
        <p:spPr>
          <a:xfrm>
            <a:off x="290750" y="204311"/>
            <a:ext cx="1163002" cy="424338"/>
          </a:xfrm>
          <a:prstGeom prst="rect">
            <a:avLst/>
          </a:prstGeom>
        </p:spPr>
      </p:pic>
      <p:grpSp>
        <p:nvGrpSpPr>
          <p:cNvPr id="2" name="object 3">
            <a:extLst>
              <a:ext uri="{FF2B5EF4-FFF2-40B4-BE49-F238E27FC236}">
                <a16:creationId xmlns:a16="http://schemas.microsoft.com/office/drawing/2014/main" id="{631FFF4E-3585-C131-4111-19552BFBD0ED}"/>
              </a:ext>
            </a:extLst>
          </p:cNvPr>
          <p:cNvGrpSpPr/>
          <p:nvPr/>
        </p:nvGrpSpPr>
        <p:grpSpPr>
          <a:xfrm>
            <a:off x="2667000" y="85008"/>
            <a:ext cx="5103904" cy="1198311"/>
            <a:chOff x="2648188" y="47148"/>
            <a:chExt cx="5103904" cy="1198311"/>
          </a:xfrm>
        </p:grpSpPr>
        <p:pic>
          <p:nvPicPr>
            <p:cNvPr id="3" name="object 4">
              <a:extLst>
                <a:ext uri="{FF2B5EF4-FFF2-40B4-BE49-F238E27FC236}">
                  <a16:creationId xmlns:a16="http://schemas.microsoft.com/office/drawing/2014/main" id="{23462C3B-779A-ECC8-E6A0-EBE10897D9C8}"/>
                </a:ext>
              </a:extLst>
            </p:cNvPr>
            <p:cNvPicPr/>
            <p:nvPr/>
          </p:nvPicPr>
          <p:blipFill>
            <a:blip r:embed="rId3" cstate="print"/>
            <a:stretch>
              <a:fillRect/>
            </a:stretch>
          </p:blipFill>
          <p:spPr>
            <a:xfrm>
              <a:off x="2648188" y="47148"/>
              <a:ext cx="5103904" cy="1198311"/>
            </a:xfrm>
            <a:prstGeom prst="rect">
              <a:avLst/>
            </a:prstGeom>
          </p:spPr>
        </p:pic>
        <p:pic>
          <p:nvPicPr>
            <p:cNvPr id="4" name="object 5">
              <a:extLst>
                <a:ext uri="{FF2B5EF4-FFF2-40B4-BE49-F238E27FC236}">
                  <a16:creationId xmlns:a16="http://schemas.microsoft.com/office/drawing/2014/main" id="{1C485986-3706-6533-B03D-5A8A8566EDEA}"/>
                </a:ext>
              </a:extLst>
            </p:cNvPr>
            <p:cNvPicPr/>
            <p:nvPr/>
          </p:nvPicPr>
          <p:blipFill>
            <a:blip r:embed="rId4" cstate="print"/>
            <a:stretch>
              <a:fillRect/>
            </a:stretch>
          </p:blipFill>
          <p:spPr>
            <a:xfrm>
              <a:off x="2703195" y="86439"/>
              <a:ext cx="4997767" cy="1092279"/>
            </a:xfrm>
            <a:prstGeom prst="rect">
              <a:avLst/>
            </a:prstGeom>
          </p:spPr>
        </p:pic>
        <p:pic>
          <p:nvPicPr>
            <p:cNvPr id="5" name="object 6">
              <a:extLst>
                <a:ext uri="{FF2B5EF4-FFF2-40B4-BE49-F238E27FC236}">
                  <a16:creationId xmlns:a16="http://schemas.microsoft.com/office/drawing/2014/main" id="{C06018CA-58C0-7E2C-3046-85D5E75FDF52}"/>
                </a:ext>
              </a:extLst>
            </p:cNvPr>
            <p:cNvPicPr/>
            <p:nvPr/>
          </p:nvPicPr>
          <p:blipFill>
            <a:blip r:embed="rId5" cstate="print"/>
            <a:stretch>
              <a:fillRect/>
            </a:stretch>
          </p:blipFill>
          <p:spPr>
            <a:xfrm>
              <a:off x="2828925" y="243549"/>
              <a:ext cx="4585268" cy="522565"/>
            </a:xfrm>
            <a:prstGeom prst="rect">
              <a:avLst/>
            </a:prstGeom>
          </p:spPr>
        </p:pic>
        <p:sp>
          <p:nvSpPr>
            <p:cNvPr id="6" name="object 7">
              <a:extLst>
                <a:ext uri="{FF2B5EF4-FFF2-40B4-BE49-F238E27FC236}">
                  <a16:creationId xmlns:a16="http://schemas.microsoft.com/office/drawing/2014/main" id="{48EE4812-0FE8-8F6E-37C0-C1D8649E38B8}"/>
                </a:ext>
              </a:extLst>
            </p:cNvPr>
            <p:cNvSpPr/>
            <p:nvPr/>
          </p:nvSpPr>
          <p:spPr>
            <a:xfrm>
              <a:off x="2883931" y="282892"/>
              <a:ext cx="4479290" cy="416559"/>
            </a:xfrm>
            <a:custGeom>
              <a:avLst/>
              <a:gdLst/>
              <a:ahLst/>
              <a:cxnLst/>
              <a:rect l="l" t="t" r="r" b="b"/>
              <a:pathLst>
                <a:path w="4479290" h="416559">
                  <a:moveTo>
                    <a:pt x="4394158" y="0"/>
                  </a:moveTo>
                  <a:lnTo>
                    <a:pt x="84972" y="0"/>
                  </a:lnTo>
                  <a:lnTo>
                    <a:pt x="51863" y="5448"/>
                  </a:lnTo>
                  <a:lnTo>
                    <a:pt x="24831" y="20326"/>
                  </a:lnTo>
                  <a:lnTo>
                    <a:pt x="6705" y="42329"/>
                  </a:lnTo>
                  <a:lnTo>
                    <a:pt x="0" y="69361"/>
                  </a:lnTo>
                  <a:lnTo>
                    <a:pt x="0" y="346910"/>
                  </a:lnTo>
                  <a:lnTo>
                    <a:pt x="6705" y="373941"/>
                  </a:lnTo>
                  <a:lnTo>
                    <a:pt x="24831" y="395944"/>
                  </a:lnTo>
                  <a:lnTo>
                    <a:pt x="51863" y="410822"/>
                  </a:lnTo>
                  <a:lnTo>
                    <a:pt x="84972" y="416271"/>
                  </a:lnTo>
                  <a:lnTo>
                    <a:pt x="4394158" y="416271"/>
                  </a:lnTo>
                  <a:lnTo>
                    <a:pt x="4427267" y="410822"/>
                  </a:lnTo>
                  <a:lnTo>
                    <a:pt x="4454299" y="395944"/>
                  </a:lnTo>
                  <a:lnTo>
                    <a:pt x="4472425" y="373941"/>
                  </a:lnTo>
                  <a:lnTo>
                    <a:pt x="4479131" y="346910"/>
                  </a:lnTo>
                  <a:lnTo>
                    <a:pt x="4479131" y="69361"/>
                  </a:lnTo>
                  <a:lnTo>
                    <a:pt x="4472425" y="42329"/>
                  </a:lnTo>
                  <a:lnTo>
                    <a:pt x="4454299" y="20326"/>
                  </a:lnTo>
                  <a:lnTo>
                    <a:pt x="4427267" y="5448"/>
                  </a:lnTo>
                  <a:lnTo>
                    <a:pt x="4394158" y="0"/>
                  </a:lnTo>
                  <a:close/>
                </a:path>
              </a:pathLst>
            </a:custGeom>
            <a:solidFill>
              <a:srgbClr val="FF6600"/>
            </a:solidFill>
          </p:spPr>
          <p:txBody>
            <a:bodyPr wrap="square" lIns="0" tIns="0" rIns="0" bIns="0" rtlCol="0"/>
            <a:lstStyle/>
            <a:p>
              <a:endParaRPr dirty="0"/>
            </a:p>
          </p:txBody>
        </p:sp>
      </p:grpSp>
      <p:sp>
        <p:nvSpPr>
          <p:cNvPr id="7" name="TextBox 6">
            <a:extLst>
              <a:ext uri="{FF2B5EF4-FFF2-40B4-BE49-F238E27FC236}">
                <a16:creationId xmlns:a16="http://schemas.microsoft.com/office/drawing/2014/main" id="{C996B418-1692-861F-B2FC-D97A6A0DCECA}"/>
              </a:ext>
            </a:extLst>
          </p:cNvPr>
          <p:cNvSpPr txBox="1"/>
          <p:nvPr/>
        </p:nvSpPr>
        <p:spPr>
          <a:xfrm>
            <a:off x="3429000" y="321324"/>
            <a:ext cx="5029200" cy="400110"/>
          </a:xfrm>
          <a:prstGeom prst="rect">
            <a:avLst/>
          </a:prstGeom>
          <a:noFill/>
        </p:spPr>
        <p:txBody>
          <a:bodyPr wrap="square">
            <a:spAutoFit/>
          </a:bodyPr>
          <a:lstStyle/>
          <a:p>
            <a:r>
              <a:rPr lang="en-IN" sz="1950" b="1" dirty="0">
                <a:solidFill>
                  <a:schemeClr val="bg1"/>
                </a:solidFill>
                <a:latin typeface="Times New Roman" panose="02020603050405020304" pitchFamily="18" charset="0"/>
                <a:cs typeface="Times New Roman" panose="02020603050405020304" pitchFamily="18" charset="0"/>
              </a:rPr>
              <a:t>PRIMARY</a:t>
            </a:r>
            <a:r>
              <a:rPr lang="en-IN" sz="2000" dirty="0"/>
              <a:t> </a:t>
            </a:r>
            <a:r>
              <a:rPr lang="en-IN" sz="1950" b="1" dirty="0">
                <a:solidFill>
                  <a:schemeClr val="bg1"/>
                </a:solidFill>
                <a:latin typeface="Times New Roman" panose="02020603050405020304" pitchFamily="18" charset="0"/>
                <a:cs typeface="Times New Roman" panose="02020603050405020304" pitchFamily="18" charset="0"/>
              </a:rPr>
              <a:t>&amp;</a:t>
            </a:r>
            <a:r>
              <a:rPr lang="en-IN" sz="2000" dirty="0"/>
              <a:t> </a:t>
            </a:r>
            <a:r>
              <a:rPr lang="en-IN" sz="1950" b="1" dirty="0">
                <a:solidFill>
                  <a:schemeClr val="bg1"/>
                </a:solidFill>
                <a:latin typeface="Times New Roman" panose="02020603050405020304" pitchFamily="18" charset="0"/>
                <a:cs typeface="Times New Roman" panose="02020603050405020304" pitchFamily="18" charset="0"/>
              </a:rPr>
              <a:t>FOREIGN</a:t>
            </a:r>
            <a:r>
              <a:rPr lang="en-IN" sz="2000" dirty="0"/>
              <a:t> </a:t>
            </a:r>
            <a:r>
              <a:rPr lang="en-IN" sz="1950" b="1" dirty="0">
                <a:solidFill>
                  <a:schemeClr val="bg1"/>
                </a:solidFill>
                <a:latin typeface="Times New Roman" panose="02020603050405020304" pitchFamily="18" charset="0"/>
                <a:cs typeface="Times New Roman" panose="02020603050405020304" pitchFamily="18" charset="0"/>
              </a:rPr>
              <a:t>KEYS</a:t>
            </a:r>
          </a:p>
        </p:txBody>
      </p:sp>
      <p:pic>
        <p:nvPicPr>
          <p:cNvPr id="10" name="Picture 9" descr="The image illustrates a relational database schema with tables for Project, Team, Employee, Sprint, Task, and Bug, detailing their primary and foreign key relationships.&#10;&#10;AI-generated content may be incorrect.">
            <a:extLst>
              <a:ext uri="{FF2B5EF4-FFF2-40B4-BE49-F238E27FC236}">
                <a16:creationId xmlns:a16="http://schemas.microsoft.com/office/drawing/2014/main" id="{A09AD379-9A05-64AD-9C1F-A6BFD719A1EC}"/>
              </a:ext>
            </a:extLst>
          </p:cNvPr>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76200" y="910764"/>
            <a:ext cx="9944100" cy="6657325"/>
          </a:xfrm>
          <a:prstGeom prst="rect">
            <a:avLst/>
          </a:prstGeom>
        </p:spPr>
      </p:pic>
    </p:spTree>
    <p:extLst>
      <p:ext uri="{BB962C8B-B14F-4D97-AF65-F5344CB8AC3E}">
        <p14:creationId xmlns:p14="http://schemas.microsoft.com/office/powerpoint/2010/main" val="1510185755"/>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994C3EB-A702-D17F-4829-E37569932D53}"/>
            </a:ext>
          </a:extLst>
        </p:cNvPr>
        <p:cNvGrpSpPr/>
        <p:nvPr/>
      </p:nvGrpSpPr>
      <p:grpSpPr>
        <a:xfrm>
          <a:off x="0" y="0"/>
          <a:ext cx="0" cy="0"/>
          <a:chOff x="0" y="0"/>
          <a:chExt cx="0" cy="0"/>
        </a:xfrm>
      </p:grpSpPr>
      <p:sp>
        <p:nvSpPr>
          <p:cNvPr id="15" name="TextBox 14">
            <a:extLst>
              <a:ext uri="{FF2B5EF4-FFF2-40B4-BE49-F238E27FC236}">
                <a16:creationId xmlns:a16="http://schemas.microsoft.com/office/drawing/2014/main" id="{C94372AF-741E-13F0-7A49-5899AAA88E58}"/>
              </a:ext>
            </a:extLst>
          </p:cNvPr>
          <p:cNvSpPr txBox="1"/>
          <p:nvPr/>
        </p:nvSpPr>
        <p:spPr>
          <a:xfrm>
            <a:off x="4412373" y="321324"/>
            <a:ext cx="5029200" cy="392415"/>
          </a:xfrm>
          <a:prstGeom prst="rect">
            <a:avLst/>
          </a:prstGeom>
          <a:noFill/>
        </p:spPr>
        <p:txBody>
          <a:bodyPr wrap="square">
            <a:spAutoFit/>
          </a:bodyPr>
          <a:lstStyle/>
          <a:p>
            <a:r>
              <a:rPr lang="en-IN" sz="1950" b="1" dirty="0">
                <a:solidFill>
                  <a:schemeClr val="bg1"/>
                </a:solidFill>
                <a:latin typeface="Times New Roman" panose="02020603050405020304" pitchFamily="18" charset="0"/>
                <a:cs typeface="Times New Roman" panose="02020603050405020304" pitchFamily="18" charset="0"/>
              </a:rPr>
              <a:t>DESIGN</a:t>
            </a:r>
          </a:p>
        </p:txBody>
      </p:sp>
      <p:pic>
        <p:nvPicPr>
          <p:cNvPr id="17" name="object 3">
            <a:extLst>
              <a:ext uri="{FF2B5EF4-FFF2-40B4-BE49-F238E27FC236}">
                <a16:creationId xmlns:a16="http://schemas.microsoft.com/office/drawing/2014/main" id="{A1EEC003-D96B-9878-B867-CB3E416DA499}"/>
              </a:ext>
            </a:extLst>
          </p:cNvPr>
          <p:cNvPicPr/>
          <p:nvPr/>
        </p:nvPicPr>
        <p:blipFill>
          <a:blip r:embed="rId2" cstate="print"/>
          <a:stretch>
            <a:fillRect/>
          </a:stretch>
        </p:blipFill>
        <p:spPr>
          <a:xfrm>
            <a:off x="290750" y="204311"/>
            <a:ext cx="1163002" cy="424338"/>
          </a:xfrm>
          <a:prstGeom prst="rect">
            <a:avLst/>
          </a:prstGeom>
        </p:spPr>
      </p:pic>
      <p:grpSp>
        <p:nvGrpSpPr>
          <p:cNvPr id="2" name="object 3">
            <a:extLst>
              <a:ext uri="{FF2B5EF4-FFF2-40B4-BE49-F238E27FC236}">
                <a16:creationId xmlns:a16="http://schemas.microsoft.com/office/drawing/2014/main" id="{444C8BDC-1408-2F08-ECFE-24342F99259F}"/>
              </a:ext>
            </a:extLst>
          </p:cNvPr>
          <p:cNvGrpSpPr/>
          <p:nvPr/>
        </p:nvGrpSpPr>
        <p:grpSpPr>
          <a:xfrm>
            <a:off x="2667000" y="85008"/>
            <a:ext cx="5103904" cy="1198311"/>
            <a:chOff x="2648188" y="47148"/>
            <a:chExt cx="5103904" cy="1198311"/>
          </a:xfrm>
        </p:grpSpPr>
        <p:pic>
          <p:nvPicPr>
            <p:cNvPr id="3" name="object 4">
              <a:extLst>
                <a:ext uri="{FF2B5EF4-FFF2-40B4-BE49-F238E27FC236}">
                  <a16:creationId xmlns:a16="http://schemas.microsoft.com/office/drawing/2014/main" id="{486D7949-B407-1EA2-DD79-8A477F1C214A}"/>
                </a:ext>
              </a:extLst>
            </p:cNvPr>
            <p:cNvPicPr/>
            <p:nvPr/>
          </p:nvPicPr>
          <p:blipFill>
            <a:blip r:embed="rId3" cstate="print"/>
            <a:stretch>
              <a:fillRect/>
            </a:stretch>
          </p:blipFill>
          <p:spPr>
            <a:xfrm>
              <a:off x="2648188" y="47148"/>
              <a:ext cx="5103904" cy="1198311"/>
            </a:xfrm>
            <a:prstGeom prst="rect">
              <a:avLst/>
            </a:prstGeom>
          </p:spPr>
        </p:pic>
        <p:pic>
          <p:nvPicPr>
            <p:cNvPr id="4" name="object 5">
              <a:extLst>
                <a:ext uri="{FF2B5EF4-FFF2-40B4-BE49-F238E27FC236}">
                  <a16:creationId xmlns:a16="http://schemas.microsoft.com/office/drawing/2014/main" id="{AF19115A-194D-B4F3-FDC6-80C7A9EAC643}"/>
                </a:ext>
              </a:extLst>
            </p:cNvPr>
            <p:cNvPicPr/>
            <p:nvPr/>
          </p:nvPicPr>
          <p:blipFill>
            <a:blip r:embed="rId4" cstate="print"/>
            <a:stretch>
              <a:fillRect/>
            </a:stretch>
          </p:blipFill>
          <p:spPr>
            <a:xfrm>
              <a:off x="2703195" y="86439"/>
              <a:ext cx="4997767" cy="1092279"/>
            </a:xfrm>
            <a:prstGeom prst="rect">
              <a:avLst/>
            </a:prstGeom>
          </p:spPr>
        </p:pic>
        <p:pic>
          <p:nvPicPr>
            <p:cNvPr id="5" name="object 6">
              <a:extLst>
                <a:ext uri="{FF2B5EF4-FFF2-40B4-BE49-F238E27FC236}">
                  <a16:creationId xmlns:a16="http://schemas.microsoft.com/office/drawing/2014/main" id="{E665D128-267F-2426-96EF-5BA2DC13C642}"/>
                </a:ext>
              </a:extLst>
            </p:cNvPr>
            <p:cNvPicPr/>
            <p:nvPr/>
          </p:nvPicPr>
          <p:blipFill>
            <a:blip r:embed="rId5" cstate="print"/>
            <a:stretch>
              <a:fillRect/>
            </a:stretch>
          </p:blipFill>
          <p:spPr>
            <a:xfrm>
              <a:off x="2828925" y="243549"/>
              <a:ext cx="4585268" cy="522565"/>
            </a:xfrm>
            <a:prstGeom prst="rect">
              <a:avLst/>
            </a:prstGeom>
          </p:spPr>
        </p:pic>
        <p:sp>
          <p:nvSpPr>
            <p:cNvPr id="6" name="object 7">
              <a:extLst>
                <a:ext uri="{FF2B5EF4-FFF2-40B4-BE49-F238E27FC236}">
                  <a16:creationId xmlns:a16="http://schemas.microsoft.com/office/drawing/2014/main" id="{CBF6A033-32D1-951A-E7A6-E89336F7E40B}"/>
                </a:ext>
              </a:extLst>
            </p:cNvPr>
            <p:cNvSpPr/>
            <p:nvPr/>
          </p:nvSpPr>
          <p:spPr>
            <a:xfrm>
              <a:off x="2883931" y="282892"/>
              <a:ext cx="4479290" cy="416559"/>
            </a:xfrm>
            <a:custGeom>
              <a:avLst/>
              <a:gdLst/>
              <a:ahLst/>
              <a:cxnLst/>
              <a:rect l="l" t="t" r="r" b="b"/>
              <a:pathLst>
                <a:path w="4479290" h="416559">
                  <a:moveTo>
                    <a:pt x="4394158" y="0"/>
                  </a:moveTo>
                  <a:lnTo>
                    <a:pt x="84972" y="0"/>
                  </a:lnTo>
                  <a:lnTo>
                    <a:pt x="51863" y="5448"/>
                  </a:lnTo>
                  <a:lnTo>
                    <a:pt x="24831" y="20326"/>
                  </a:lnTo>
                  <a:lnTo>
                    <a:pt x="6705" y="42329"/>
                  </a:lnTo>
                  <a:lnTo>
                    <a:pt x="0" y="69361"/>
                  </a:lnTo>
                  <a:lnTo>
                    <a:pt x="0" y="346910"/>
                  </a:lnTo>
                  <a:lnTo>
                    <a:pt x="6705" y="373941"/>
                  </a:lnTo>
                  <a:lnTo>
                    <a:pt x="24831" y="395944"/>
                  </a:lnTo>
                  <a:lnTo>
                    <a:pt x="51863" y="410822"/>
                  </a:lnTo>
                  <a:lnTo>
                    <a:pt x="84972" y="416271"/>
                  </a:lnTo>
                  <a:lnTo>
                    <a:pt x="4394158" y="416271"/>
                  </a:lnTo>
                  <a:lnTo>
                    <a:pt x="4427267" y="410822"/>
                  </a:lnTo>
                  <a:lnTo>
                    <a:pt x="4454299" y="395944"/>
                  </a:lnTo>
                  <a:lnTo>
                    <a:pt x="4472425" y="373941"/>
                  </a:lnTo>
                  <a:lnTo>
                    <a:pt x="4479131" y="346910"/>
                  </a:lnTo>
                  <a:lnTo>
                    <a:pt x="4479131" y="69361"/>
                  </a:lnTo>
                  <a:lnTo>
                    <a:pt x="4472425" y="42329"/>
                  </a:lnTo>
                  <a:lnTo>
                    <a:pt x="4454299" y="20326"/>
                  </a:lnTo>
                  <a:lnTo>
                    <a:pt x="4427267" y="5448"/>
                  </a:lnTo>
                  <a:lnTo>
                    <a:pt x="4394158" y="0"/>
                  </a:lnTo>
                  <a:close/>
                </a:path>
              </a:pathLst>
            </a:custGeom>
            <a:solidFill>
              <a:srgbClr val="FF6600"/>
            </a:solidFill>
          </p:spPr>
          <p:txBody>
            <a:bodyPr wrap="square" lIns="0" tIns="0" rIns="0" bIns="0" rtlCol="0"/>
            <a:lstStyle/>
            <a:p>
              <a:endParaRPr dirty="0"/>
            </a:p>
          </p:txBody>
        </p:sp>
      </p:grpSp>
      <p:sp>
        <p:nvSpPr>
          <p:cNvPr id="7" name="TextBox 6">
            <a:extLst>
              <a:ext uri="{FF2B5EF4-FFF2-40B4-BE49-F238E27FC236}">
                <a16:creationId xmlns:a16="http://schemas.microsoft.com/office/drawing/2014/main" id="{0A3D4540-9EF3-DE22-0F98-4B4BAC3FACC2}"/>
              </a:ext>
            </a:extLst>
          </p:cNvPr>
          <p:cNvSpPr txBox="1"/>
          <p:nvPr/>
        </p:nvSpPr>
        <p:spPr>
          <a:xfrm>
            <a:off x="3200400" y="321324"/>
            <a:ext cx="5029200" cy="392415"/>
          </a:xfrm>
          <a:prstGeom prst="rect">
            <a:avLst/>
          </a:prstGeom>
          <a:noFill/>
        </p:spPr>
        <p:txBody>
          <a:bodyPr wrap="square">
            <a:spAutoFit/>
          </a:bodyPr>
          <a:lstStyle/>
          <a:p>
            <a:r>
              <a:rPr lang="en-IN" sz="1950" b="1" dirty="0">
                <a:solidFill>
                  <a:schemeClr val="bg1"/>
                </a:solidFill>
                <a:latin typeface="Times New Roman" panose="02020603050405020304" pitchFamily="18" charset="0"/>
                <a:cs typeface="Times New Roman" panose="02020603050405020304" pitchFamily="18" charset="0"/>
              </a:rPr>
              <a:t>GITHUB REPOSITORY &amp; TEAM</a:t>
            </a:r>
          </a:p>
        </p:txBody>
      </p:sp>
      <p:sp>
        <p:nvSpPr>
          <p:cNvPr id="9" name="TextBox 8">
            <a:extLst>
              <a:ext uri="{FF2B5EF4-FFF2-40B4-BE49-F238E27FC236}">
                <a16:creationId xmlns:a16="http://schemas.microsoft.com/office/drawing/2014/main" id="{7A800D15-2389-5516-DA9E-AC441973A9C8}"/>
              </a:ext>
            </a:extLst>
          </p:cNvPr>
          <p:cNvSpPr txBox="1"/>
          <p:nvPr/>
        </p:nvSpPr>
        <p:spPr>
          <a:xfrm>
            <a:off x="381000" y="1085870"/>
            <a:ext cx="6781800" cy="830997"/>
          </a:xfrm>
          <a:prstGeom prst="rect">
            <a:avLst/>
          </a:prstGeom>
          <a:noFill/>
        </p:spPr>
        <p:txBody>
          <a:bodyPr wrap="square">
            <a:spAutoFit/>
          </a:bodyPr>
          <a:lstStyle/>
          <a:p>
            <a:r>
              <a:rPr lang="en-IN" sz="2400" b="1" dirty="0">
                <a:latin typeface="Times New Roman" panose="02020603050405020304" pitchFamily="18" charset="0"/>
                <a:cs typeface="Times New Roman" panose="02020603050405020304" pitchFamily="18" charset="0"/>
              </a:rPr>
              <a:t>Repository Name:</a:t>
            </a:r>
            <a:br>
              <a:rPr lang="en-IN" sz="2400" dirty="0">
                <a:latin typeface="Times New Roman" panose="02020603050405020304" pitchFamily="18" charset="0"/>
                <a:cs typeface="Times New Roman" panose="02020603050405020304" pitchFamily="18" charset="0"/>
              </a:rPr>
            </a:br>
            <a:r>
              <a:rPr lang="en-IN" sz="2400" dirty="0">
                <a:latin typeface="Times New Roman" panose="02020603050405020304" pitchFamily="18" charset="0"/>
                <a:cs typeface="Times New Roman" panose="02020603050405020304" pitchFamily="18" charset="0"/>
              </a:rPr>
              <a:t>SOFTWARE MANAGEMENT SYSTEM</a:t>
            </a:r>
          </a:p>
        </p:txBody>
      </p:sp>
      <p:graphicFrame>
        <p:nvGraphicFramePr>
          <p:cNvPr id="11" name="Table 10">
            <a:extLst>
              <a:ext uri="{FF2B5EF4-FFF2-40B4-BE49-F238E27FC236}">
                <a16:creationId xmlns:a16="http://schemas.microsoft.com/office/drawing/2014/main" id="{1152D691-CDA5-5147-548C-1034EAE38853}"/>
              </a:ext>
            </a:extLst>
          </p:cNvPr>
          <p:cNvGraphicFramePr>
            <a:graphicFrameLocks noGrp="1"/>
          </p:cNvGraphicFramePr>
          <p:nvPr>
            <p:extLst>
              <p:ext uri="{D42A27DB-BD31-4B8C-83A1-F6EECF244321}">
                <p14:modId xmlns:p14="http://schemas.microsoft.com/office/powerpoint/2010/main" val="1404418375"/>
              </p:ext>
            </p:extLst>
          </p:nvPr>
        </p:nvGraphicFramePr>
        <p:xfrm>
          <a:off x="381000" y="2586407"/>
          <a:ext cx="8755773" cy="3608959"/>
        </p:xfrm>
        <a:graphic>
          <a:graphicData uri="http://schemas.openxmlformats.org/drawingml/2006/table">
            <a:tbl>
              <a:tblPr>
                <a:tableStyleId>{5C22544A-7EE6-4342-B048-85BDC9FD1C3A}</a:tableStyleId>
              </a:tblPr>
              <a:tblGrid>
                <a:gridCol w="2411480">
                  <a:extLst>
                    <a:ext uri="{9D8B030D-6E8A-4147-A177-3AD203B41FA5}">
                      <a16:colId xmlns:a16="http://schemas.microsoft.com/office/drawing/2014/main" val="647044863"/>
                    </a:ext>
                  </a:extLst>
                </a:gridCol>
                <a:gridCol w="1952090">
                  <a:extLst>
                    <a:ext uri="{9D8B030D-6E8A-4147-A177-3AD203B41FA5}">
                      <a16:colId xmlns:a16="http://schemas.microsoft.com/office/drawing/2014/main" val="2954973252"/>
                    </a:ext>
                  </a:extLst>
                </a:gridCol>
                <a:gridCol w="2928135">
                  <a:extLst>
                    <a:ext uri="{9D8B030D-6E8A-4147-A177-3AD203B41FA5}">
                      <a16:colId xmlns:a16="http://schemas.microsoft.com/office/drawing/2014/main" val="2139136422"/>
                    </a:ext>
                  </a:extLst>
                </a:gridCol>
                <a:gridCol w="1464068">
                  <a:extLst>
                    <a:ext uri="{9D8B030D-6E8A-4147-A177-3AD203B41FA5}">
                      <a16:colId xmlns:a16="http://schemas.microsoft.com/office/drawing/2014/main" val="2955308836"/>
                    </a:ext>
                  </a:extLst>
                </a:gridCol>
              </a:tblGrid>
              <a:tr h="652046">
                <a:tc>
                  <a:txBody>
                    <a:bodyPr/>
                    <a:lstStyle/>
                    <a:p>
                      <a:pPr algn="ctr">
                        <a:buNone/>
                      </a:pPr>
                      <a:r>
                        <a:rPr lang="en-IN" sz="2000" b="1" dirty="0">
                          <a:effectLst/>
                        </a:rPr>
                        <a:t>Student Name</a:t>
                      </a:r>
                      <a:endParaRPr lang="en-IN" sz="2000" b="1" dirty="0">
                        <a:effectLst/>
                        <a:latin typeface="Calibri" panose="020F0502020204030204" pitchFamily="34" charset="0"/>
                        <a:ea typeface="Calibri" panose="020F0502020204030204" pitchFamily="34" charset="0"/>
                      </a:endParaRPr>
                    </a:p>
                  </a:txBody>
                  <a:tcPr marL="63500" marR="63500" marT="50800" marB="50800" anchor="ctr"/>
                </a:tc>
                <a:tc>
                  <a:txBody>
                    <a:bodyPr/>
                    <a:lstStyle/>
                    <a:p>
                      <a:pPr algn="ctr">
                        <a:buNone/>
                      </a:pPr>
                      <a:r>
                        <a:rPr lang="en-IN" sz="2000" b="1" dirty="0">
                          <a:effectLst/>
                        </a:rPr>
                        <a:t>Roll Number</a:t>
                      </a:r>
                      <a:endParaRPr lang="en-IN" sz="2000" b="1" dirty="0">
                        <a:effectLst/>
                        <a:latin typeface="Calibri" panose="020F0502020204030204" pitchFamily="34" charset="0"/>
                        <a:ea typeface="Calibri" panose="020F0502020204030204" pitchFamily="34" charset="0"/>
                      </a:endParaRPr>
                    </a:p>
                  </a:txBody>
                  <a:tcPr marL="63500" marR="63500" marT="50800" marB="50800" anchor="ctr"/>
                </a:tc>
                <a:tc>
                  <a:txBody>
                    <a:bodyPr/>
                    <a:lstStyle/>
                    <a:p>
                      <a:pPr algn="ctr">
                        <a:buNone/>
                      </a:pPr>
                      <a:r>
                        <a:rPr lang="en-IN" sz="2000" b="1" dirty="0">
                          <a:effectLst/>
                        </a:rPr>
                        <a:t>Role / Responsibility</a:t>
                      </a:r>
                      <a:endParaRPr lang="en-IN" sz="2000" b="1" dirty="0">
                        <a:effectLst/>
                        <a:latin typeface="Calibri" panose="020F0502020204030204" pitchFamily="34" charset="0"/>
                        <a:ea typeface="Calibri" panose="020F0502020204030204" pitchFamily="34" charset="0"/>
                      </a:endParaRPr>
                    </a:p>
                  </a:txBody>
                  <a:tcPr marL="63500" marR="63500" marT="50800" marB="50800" anchor="ctr"/>
                </a:tc>
                <a:tc>
                  <a:txBody>
                    <a:bodyPr/>
                    <a:lstStyle/>
                    <a:p>
                      <a:pPr algn="ctr">
                        <a:buNone/>
                      </a:pPr>
                      <a:r>
                        <a:rPr lang="en-IN" sz="1800" b="1" dirty="0">
                          <a:effectLst/>
                        </a:rPr>
                        <a:t>Contribution Status</a:t>
                      </a:r>
                      <a:endParaRPr lang="en-IN" sz="1800" b="1" dirty="0">
                        <a:effectLst/>
                        <a:latin typeface="Calibri" panose="020F0502020204030204" pitchFamily="34" charset="0"/>
                        <a:ea typeface="Calibri" panose="020F0502020204030204" pitchFamily="34" charset="0"/>
                      </a:endParaRPr>
                    </a:p>
                  </a:txBody>
                  <a:tcPr marL="63500" marR="63500" marT="50800" marB="50800" anchor="ctr"/>
                </a:tc>
                <a:extLst>
                  <a:ext uri="{0D108BD9-81ED-4DB2-BD59-A6C34878D82A}">
                    <a16:rowId xmlns:a16="http://schemas.microsoft.com/office/drawing/2014/main" val="4277520147"/>
                  </a:ext>
                </a:extLst>
              </a:tr>
              <a:tr h="677451">
                <a:tc>
                  <a:txBody>
                    <a:bodyPr/>
                    <a:lstStyle/>
                    <a:p>
                      <a:pPr>
                        <a:buNone/>
                      </a:pPr>
                      <a:r>
                        <a:rPr lang="en-IN" sz="1800" dirty="0">
                          <a:effectLst/>
                          <a:latin typeface="Calibri" panose="020F0502020204030204" pitchFamily="34" charset="0"/>
                          <a:ea typeface="Calibri" panose="020F0502020204030204" pitchFamily="34" charset="0"/>
                        </a:rPr>
                        <a:t>M. Gafoor Khan</a:t>
                      </a:r>
                    </a:p>
                  </a:txBody>
                  <a:tcPr marL="63500" marR="63500" marT="50800" marB="50800" anchor="ctr"/>
                </a:tc>
                <a:tc>
                  <a:txBody>
                    <a:bodyPr/>
                    <a:lstStyle/>
                    <a:p>
                      <a:pPr>
                        <a:buNone/>
                      </a:pPr>
                      <a:r>
                        <a:rPr lang="en-IN" sz="1800" dirty="0">
                          <a:effectLst/>
                        </a:rPr>
                        <a:t>25B11AI752</a:t>
                      </a:r>
                      <a:endParaRPr lang="en-IN" sz="1800" dirty="0">
                        <a:effectLst/>
                        <a:latin typeface="Calibri" panose="020F0502020204030204" pitchFamily="34" charset="0"/>
                        <a:ea typeface="Calibri" panose="020F0502020204030204" pitchFamily="34" charset="0"/>
                      </a:endParaRPr>
                    </a:p>
                  </a:txBody>
                  <a:tcPr marL="63500" marR="63500" marT="50800" marB="50800" anchor="ctr"/>
                </a:tc>
                <a:tc>
                  <a:txBody>
                    <a:bodyPr/>
                    <a:lstStyle/>
                    <a:p>
                      <a:pPr>
                        <a:buNone/>
                      </a:pPr>
                      <a:r>
                        <a:rPr lang="en-IN" sz="1800">
                          <a:effectLst/>
                        </a:rPr>
                        <a:t>Software Management System Database Design &amp; DDL Scripting</a:t>
                      </a:r>
                      <a:endParaRPr lang="en-IN" sz="1800">
                        <a:effectLst/>
                        <a:latin typeface="Calibri" panose="020F0502020204030204" pitchFamily="34" charset="0"/>
                        <a:ea typeface="Calibri" panose="020F0502020204030204" pitchFamily="34" charset="0"/>
                      </a:endParaRPr>
                    </a:p>
                  </a:txBody>
                  <a:tcPr marL="63500" marR="63500" marT="50800" marB="50800" anchor="ctr"/>
                </a:tc>
                <a:tc>
                  <a:txBody>
                    <a:bodyPr/>
                    <a:lstStyle/>
                    <a:p>
                      <a:pPr>
                        <a:buNone/>
                      </a:pPr>
                      <a:r>
                        <a:rPr lang="en-IN" sz="1800" baseline="0" dirty="0">
                          <a:effectLst/>
                        </a:rPr>
                        <a:t>Completed</a:t>
                      </a:r>
                      <a:r>
                        <a:rPr lang="en-IN" sz="1800" dirty="0">
                          <a:effectLst/>
                        </a:rPr>
                        <a:t> (100%)</a:t>
                      </a:r>
                      <a:endParaRPr lang="en-IN" sz="1800" dirty="0">
                        <a:effectLst/>
                        <a:latin typeface="Calibri" panose="020F0502020204030204" pitchFamily="34" charset="0"/>
                        <a:ea typeface="Calibri" panose="020F0502020204030204" pitchFamily="34" charset="0"/>
                      </a:endParaRPr>
                    </a:p>
                  </a:txBody>
                  <a:tcPr marL="63500" marR="63500" marT="50800" marB="50800" anchor="ctr"/>
                </a:tc>
                <a:extLst>
                  <a:ext uri="{0D108BD9-81ED-4DB2-BD59-A6C34878D82A}">
                    <a16:rowId xmlns:a16="http://schemas.microsoft.com/office/drawing/2014/main" val="2348936172"/>
                  </a:ext>
                </a:extLst>
              </a:tr>
              <a:tr h="677451">
                <a:tc>
                  <a:txBody>
                    <a:bodyPr/>
                    <a:lstStyle/>
                    <a:p>
                      <a:pPr>
                        <a:buNone/>
                      </a:pPr>
                      <a:r>
                        <a:rPr lang="en-IN" sz="1800" b="0" i="0" dirty="0">
                          <a:solidFill>
                            <a:schemeClr val="dk1"/>
                          </a:solidFill>
                          <a:effectLst/>
                          <a:latin typeface="+mn-lt"/>
                          <a:ea typeface="+mn-ea"/>
                          <a:cs typeface="+mn-cs"/>
                        </a:rPr>
                        <a:t>S. Hima Naga Sudheshna</a:t>
                      </a:r>
                      <a:endParaRPr lang="en-IN" sz="1800" b="0" dirty="0">
                        <a:effectLst/>
                        <a:latin typeface="Calibri" panose="020F0502020204030204" pitchFamily="34" charset="0"/>
                        <a:ea typeface="Calibri" panose="020F0502020204030204" pitchFamily="34" charset="0"/>
                      </a:endParaRPr>
                    </a:p>
                  </a:txBody>
                  <a:tcPr marL="63500" marR="63500" marT="50800" marB="50800" anchor="ctr"/>
                </a:tc>
                <a:tc>
                  <a:txBody>
                    <a:bodyPr/>
                    <a:lstStyle/>
                    <a:p>
                      <a:pPr>
                        <a:buNone/>
                      </a:pPr>
                      <a:r>
                        <a:rPr lang="en-IN" sz="1800" dirty="0">
                          <a:effectLst/>
                        </a:rPr>
                        <a:t>25B11AIA77</a:t>
                      </a:r>
                      <a:endParaRPr lang="en-IN" sz="1800" dirty="0">
                        <a:effectLst/>
                        <a:latin typeface="Calibri" panose="020F0502020204030204" pitchFamily="34" charset="0"/>
                        <a:ea typeface="Calibri" panose="020F0502020204030204" pitchFamily="34" charset="0"/>
                      </a:endParaRPr>
                    </a:p>
                  </a:txBody>
                  <a:tcPr marL="63500" marR="63500" marT="50800" marB="50800" anchor="ctr"/>
                </a:tc>
                <a:tc>
                  <a:txBody>
                    <a:bodyPr/>
                    <a:lstStyle/>
                    <a:p>
                      <a:pPr>
                        <a:buNone/>
                      </a:pPr>
                      <a:r>
                        <a:rPr lang="en-IN" sz="1800">
                          <a:effectLst/>
                        </a:rPr>
                        <a:t>DML Data Population &amp; Entity Record Management</a:t>
                      </a:r>
                      <a:endParaRPr lang="en-IN" sz="1800">
                        <a:effectLst/>
                        <a:latin typeface="Calibri" panose="020F0502020204030204" pitchFamily="34" charset="0"/>
                        <a:ea typeface="Calibri" panose="020F0502020204030204" pitchFamily="34" charset="0"/>
                      </a:endParaRPr>
                    </a:p>
                  </a:txBody>
                  <a:tcPr marL="63500" marR="63500" marT="50800" marB="50800" anchor="ctr"/>
                </a:tc>
                <a:tc>
                  <a:txBody>
                    <a:bodyPr/>
                    <a:lstStyle/>
                    <a:p>
                      <a:pPr>
                        <a:buNone/>
                      </a:pPr>
                      <a:r>
                        <a:rPr lang="en-IN" sz="1800" dirty="0">
                          <a:effectLst/>
                        </a:rPr>
                        <a:t>Completed (100%)</a:t>
                      </a:r>
                      <a:endParaRPr lang="en-IN" sz="1800" dirty="0">
                        <a:effectLst/>
                        <a:latin typeface="Calibri" panose="020F0502020204030204" pitchFamily="34" charset="0"/>
                        <a:ea typeface="Calibri" panose="020F0502020204030204" pitchFamily="34" charset="0"/>
                      </a:endParaRPr>
                    </a:p>
                  </a:txBody>
                  <a:tcPr marL="63500" marR="63500" marT="50800" marB="50800" anchor="ctr"/>
                </a:tc>
                <a:extLst>
                  <a:ext uri="{0D108BD9-81ED-4DB2-BD59-A6C34878D82A}">
                    <a16:rowId xmlns:a16="http://schemas.microsoft.com/office/drawing/2014/main" val="1404586365"/>
                  </a:ext>
                </a:extLst>
              </a:tr>
              <a:tr h="677451">
                <a:tc>
                  <a:txBody>
                    <a:bodyPr/>
                    <a:lstStyle/>
                    <a:p>
                      <a:pPr>
                        <a:buNone/>
                      </a:pPr>
                      <a:r>
                        <a:rPr lang="en-IN" sz="1800" b="0" i="0" dirty="0">
                          <a:solidFill>
                            <a:schemeClr val="dk1"/>
                          </a:solidFill>
                          <a:effectLst/>
                          <a:latin typeface="+mn-lt"/>
                          <a:ea typeface="+mn-ea"/>
                          <a:cs typeface="+mn-cs"/>
                        </a:rPr>
                        <a:t>G. </a:t>
                      </a:r>
                      <a:r>
                        <a:rPr lang="en-IN" sz="1800" b="0" i="0" dirty="0" err="1">
                          <a:solidFill>
                            <a:schemeClr val="dk1"/>
                          </a:solidFill>
                          <a:effectLst/>
                          <a:latin typeface="+mn-lt"/>
                          <a:ea typeface="+mn-ea"/>
                          <a:cs typeface="+mn-cs"/>
                        </a:rPr>
                        <a:t>Eesanth</a:t>
                      </a:r>
                      <a:endParaRPr lang="en-IN" sz="1800" b="0" dirty="0">
                        <a:effectLst/>
                        <a:latin typeface="Calibri" panose="020F0502020204030204" pitchFamily="34" charset="0"/>
                        <a:ea typeface="Calibri" panose="020F0502020204030204" pitchFamily="34" charset="0"/>
                      </a:endParaRPr>
                    </a:p>
                  </a:txBody>
                  <a:tcPr marL="63500" marR="63500" marT="50800" marB="50800" anchor="ctr"/>
                </a:tc>
                <a:tc>
                  <a:txBody>
                    <a:bodyPr/>
                    <a:lstStyle/>
                    <a:p>
                      <a:pPr>
                        <a:buNone/>
                      </a:pPr>
                      <a:r>
                        <a:rPr lang="en-IN" sz="1800" dirty="0">
                          <a:effectLst/>
                        </a:rPr>
                        <a:t>25B11AI373</a:t>
                      </a:r>
                      <a:endParaRPr lang="en-IN" sz="1800" dirty="0">
                        <a:effectLst/>
                        <a:latin typeface="Calibri" panose="020F0502020204030204" pitchFamily="34" charset="0"/>
                        <a:ea typeface="Calibri" panose="020F0502020204030204" pitchFamily="34" charset="0"/>
                      </a:endParaRPr>
                    </a:p>
                  </a:txBody>
                  <a:tcPr marL="63500" marR="63500" marT="50800" marB="50800" anchor="ctr"/>
                </a:tc>
                <a:tc>
                  <a:txBody>
                    <a:bodyPr/>
                    <a:lstStyle/>
                    <a:p>
                      <a:pPr>
                        <a:buNone/>
                      </a:pPr>
                      <a:r>
                        <a:rPr lang="en-IN" sz="1800">
                          <a:effectLst/>
                        </a:rPr>
                        <a:t>SQL Queries, Joins &amp; Subqueries</a:t>
                      </a:r>
                      <a:endParaRPr lang="en-IN" sz="1800">
                        <a:effectLst/>
                        <a:latin typeface="Calibri" panose="020F0502020204030204" pitchFamily="34" charset="0"/>
                        <a:ea typeface="Calibri" panose="020F0502020204030204" pitchFamily="34" charset="0"/>
                      </a:endParaRPr>
                    </a:p>
                  </a:txBody>
                  <a:tcPr marL="63500" marR="63500" marT="50800" marB="50800" anchor="ctr"/>
                </a:tc>
                <a:tc>
                  <a:txBody>
                    <a:bodyPr/>
                    <a:lstStyle/>
                    <a:p>
                      <a:pPr>
                        <a:buNone/>
                      </a:pPr>
                      <a:r>
                        <a:rPr lang="en-IN" sz="1800" dirty="0">
                          <a:effectLst/>
                        </a:rPr>
                        <a:t>Completed (100%)</a:t>
                      </a:r>
                      <a:endParaRPr lang="en-IN" sz="1800" dirty="0">
                        <a:effectLst/>
                        <a:latin typeface="Calibri" panose="020F0502020204030204" pitchFamily="34" charset="0"/>
                        <a:ea typeface="Calibri" panose="020F0502020204030204" pitchFamily="34" charset="0"/>
                      </a:endParaRPr>
                    </a:p>
                  </a:txBody>
                  <a:tcPr marL="63500" marR="63500" marT="50800" marB="50800" anchor="ctr"/>
                </a:tc>
                <a:extLst>
                  <a:ext uri="{0D108BD9-81ED-4DB2-BD59-A6C34878D82A}">
                    <a16:rowId xmlns:a16="http://schemas.microsoft.com/office/drawing/2014/main" val="1406514967"/>
                  </a:ext>
                </a:extLst>
              </a:tr>
              <a:tr h="677451">
                <a:tc>
                  <a:txBody>
                    <a:bodyPr/>
                    <a:lstStyle/>
                    <a:p>
                      <a:pPr>
                        <a:buNone/>
                      </a:pPr>
                      <a:r>
                        <a:rPr lang="en-IN" sz="1800" b="0" i="0" dirty="0">
                          <a:solidFill>
                            <a:schemeClr val="dk1"/>
                          </a:solidFill>
                          <a:effectLst/>
                          <a:latin typeface="+mn-lt"/>
                          <a:ea typeface="+mn-ea"/>
                          <a:cs typeface="+mn-cs"/>
                        </a:rPr>
                        <a:t>G. Narendra </a:t>
                      </a:r>
                      <a:endParaRPr lang="en-IN" sz="1800" b="0" dirty="0">
                        <a:effectLst/>
                        <a:latin typeface="Calibri" panose="020F0502020204030204" pitchFamily="34" charset="0"/>
                        <a:ea typeface="Calibri" panose="020F0502020204030204" pitchFamily="34" charset="0"/>
                      </a:endParaRPr>
                    </a:p>
                  </a:txBody>
                  <a:tcPr marL="63500" marR="63500" marT="50800" marB="50800" anchor="ctr"/>
                </a:tc>
                <a:tc>
                  <a:txBody>
                    <a:bodyPr/>
                    <a:lstStyle/>
                    <a:p>
                      <a:pPr>
                        <a:buNone/>
                      </a:pPr>
                      <a:r>
                        <a:rPr lang="en-IN" sz="1800" dirty="0">
                          <a:effectLst/>
                        </a:rPr>
                        <a:t>25B11AI826</a:t>
                      </a:r>
                      <a:endParaRPr lang="en-IN" sz="1800" dirty="0">
                        <a:effectLst/>
                        <a:latin typeface="Calibri" panose="020F0502020204030204" pitchFamily="34" charset="0"/>
                        <a:ea typeface="Calibri" panose="020F0502020204030204" pitchFamily="34" charset="0"/>
                      </a:endParaRPr>
                    </a:p>
                  </a:txBody>
                  <a:tcPr marL="63500" marR="63500" marT="50800" marB="50800" anchor="ctr"/>
                </a:tc>
                <a:tc>
                  <a:txBody>
                    <a:bodyPr/>
                    <a:lstStyle/>
                    <a:p>
                      <a:pPr>
                        <a:buNone/>
                      </a:pPr>
                      <a:r>
                        <a:rPr lang="en-IN" sz="1800">
                          <a:effectLst/>
                        </a:rPr>
                        <a:t>Views, Aggregations, Testing &amp; Query Analysis</a:t>
                      </a:r>
                      <a:endParaRPr lang="en-IN" sz="1800">
                        <a:effectLst/>
                        <a:latin typeface="Calibri" panose="020F0502020204030204" pitchFamily="34" charset="0"/>
                        <a:ea typeface="Calibri" panose="020F0502020204030204" pitchFamily="34" charset="0"/>
                      </a:endParaRPr>
                    </a:p>
                  </a:txBody>
                  <a:tcPr marL="63500" marR="63500" marT="50800" marB="50800" anchor="ctr"/>
                </a:tc>
                <a:tc>
                  <a:txBody>
                    <a:bodyPr/>
                    <a:lstStyle/>
                    <a:p>
                      <a:pPr>
                        <a:buNone/>
                      </a:pPr>
                      <a:r>
                        <a:rPr lang="en-IN" sz="1800" dirty="0">
                          <a:effectLst/>
                        </a:rPr>
                        <a:t>Completed (100%)</a:t>
                      </a:r>
                      <a:endParaRPr lang="en-IN" sz="1800" dirty="0">
                        <a:effectLst/>
                        <a:latin typeface="Calibri" panose="020F0502020204030204" pitchFamily="34" charset="0"/>
                        <a:ea typeface="Calibri" panose="020F0502020204030204" pitchFamily="34" charset="0"/>
                      </a:endParaRPr>
                    </a:p>
                  </a:txBody>
                  <a:tcPr marL="63500" marR="63500" marT="50800" marB="50800" anchor="ctr"/>
                </a:tc>
                <a:extLst>
                  <a:ext uri="{0D108BD9-81ED-4DB2-BD59-A6C34878D82A}">
                    <a16:rowId xmlns:a16="http://schemas.microsoft.com/office/drawing/2014/main" val="2630323943"/>
                  </a:ext>
                </a:extLst>
              </a:tr>
            </a:tbl>
          </a:graphicData>
        </a:graphic>
      </p:graphicFrame>
    </p:spTree>
    <p:extLst>
      <p:ext uri="{BB962C8B-B14F-4D97-AF65-F5344CB8AC3E}">
        <p14:creationId xmlns:p14="http://schemas.microsoft.com/office/powerpoint/2010/main" val="26077263"/>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object 3"/>
          <p:cNvPicPr/>
          <p:nvPr/>
        </p:nvPicPr>
        <p:blipFill>
          <a:blip r:embed="rId2" cstate="print"/>
          <a:stretch>
            <a:fillRect/>
          </a:stretch>
        </p:blipFill>
        <p:spPr>
          <a:xfrm>
            <a:off x="290750" y="204311"/>
            <a:ext cx="1163002" cy="424338"/>
          </a:xfrm>
          <a:prstGeom prst="rect">
            <a:avLst/>
          </a:prstGeom>
        </p:spPr>
      </p:pic>
      <p:sp>
        <p:nvSpPr>
          <p:cNvPr id="4" name="object 4"/>
          <p:cNvSpPr txBox="1"/>
          <p:nvPr/>
        </p:nvSpPr>
        <p:spPr>
          <a:xfrm>
            <a:off x="1258220" y="1497893"/>
            <a:ext cx="3032125" cy="4587153"/>
          </a:xfrm>
          <a:prstGeom prst="rect">
            <a:avLst/>
          </a:prstGeom>
        </p:spPr>
        <p:txBody>
          <a:bodyPr vert="horz" wrap="square" lIns="0" tIns="16510" rIns="0" bIns="0" rtlCol="0">
            <a:spAutoFit/>
          </a:bodyPr>
          <a:lstStyle/>
          <a:p>
            <a:pPr marL="389890" indent="-377190">
              <a:lnSpc>
                <a:spcPct val="100000"/>
              </a:lnSpc>
              <a:spcBef>
                <a:spcPts val="130"/>
              </a:spcBef>
              <a:buFont typeface="Cambria"/>
              <a:buAutoNum type="arabicPeriod"/>
              <a:tabLst>
                <a:tab pos="389890" algn="l"/>
              </a:tabLst>
            </a:pPr>
            <a:r>
              <a:rPr lang="en-IN" sz="2000" spc="-10" dirty="0">
                <a:latin typeface="Times New Roman" panose="02020603050405020304" pitchFamily="18" charset="0"/>
                <a:cs typeface="Times New Roman" panose="02020603050405020304" pitchFamily="18" charset="0"/>
              </a:rPr>
              <a:t>Create database tables &amp; constraints</a:t>
            </a:r>
            <a:endParaRPr sz="2000" dirty="0">
              <a:latin typeface="Times New Roman" panose="02020603050405020304" pitchFamily="18" charset="0"/>
              <a:cs typeface="Times New Roman" panose="02020603050405020304" pitchFamily="18" charset="0"/>
            </a:endParaRPr>
          </a:p>
          <a:p>
            <a:pPr marL="389890" indent="-377190">
              <a:lnSpc>
                <a:spcPct val="100000"/>
              </a:lnSpc>
              <a:spcBef>
                <a:spcPts val="2060"/>
              </a:spcBef>
              <a:buAutoNum type="arabicPeriod"/>
              <a:tabLst>
                <a:tab pos="389890" algn="l"/>
              </a:tabLst>
            </a:pPr>
            <a:r>
              <a:rPr lang="en-IN" sz="2000" dirty="0">
                <a:latin typeface="Times New Roman" panose="02020603050405020304" pitchFamily="18" charset="0"/>
                <a:cs typeface="Times New Roman" panose="02020603050405020304" pitchFamily="18" charset="0"/>
              </a:rPr>
              <a:t>Insert sample data into all tables</a:t>
            </a:r>
          </a:p>
          <a:p>
            <a:pPr marL="389890" indent="-377190">
              <a:lnSpc>
                <a:spcPct val="100000"/>
              </a:lnSpc>
              <a:spcBef>
                <a:spcPts val="2060"/>
              </a:spcBef>
              <a:buAutoNum type="arabicPeriod"/>
              <a:tabLst>
                <a:tab pos="389890" algn="l"/>
              </a:tabLst>
            </a:pPr>
            <a:r>
              <a:rPr lang="en-IN" sz="2000" dirty="0">
                <a:latin typeface="Times New Roman" panose="02020603050405020304" pitchFamily="18" charset="0"/>
                <a:cs typeface="Times New Roman" panose="02020603050405020304" pitchFamily="18" charset="0"/>
              </a:rPr>
              <a:t> Perform DDL, DML, and DQL operations</a:t>
            </a:r>
          </a:p>
          <a:p>
            <a:pPr marL="389890" indent="-377190">
              <a:lnSpc>
                <a:spcPct val="100000"/>
              </a:lnSpc>
              <a:spcBef>
                <a:spcPts val="2060"/>
              </a:spcBef>
              <a:buAutoNum type="arabicPeriod"/>
              <a:tabLst>
                <a:tab pos="389890" algn="l"/>
              </a:tabLst>
            </a:pPr>
            <a:r>
              <a:rPr lang="en-IN" sz="2000" dirty="0">
                <a:latin typeface="Times New Roman" panose="02020603050405020304" pitchFamily="18" charset="0"/>
                <a:cs typeface="Times New Roman" panose="02020603050405020304" pitchFamily="18" charset="0"/>
              </a:rPr>
              <a:t>CRUD operations &amp; SQL queries</a:t>
            </a:r>
          </a:p>
          <a:p>
            <a:pPr marL="389890" indent="-377190">
              <a:lnSpc>
                <a:spcPct val="100000"/>
              </a:lnSpc>
              <a:spcBef>
                <a:spcPts val="2060"/>
              </a:spcBef>
              <a:buAutoNum type="arabicPeriod"/>
              <a:tabLst>
                <a:tab pos="389890" algn="l"/>
              </a:tabLst>
            </a:pPr>
            <a:r>
              <a:rPr lang="en-IN" sz="2000" dirty="0">
                <a:latin typeface="Times New Roman" panose="02020603050405020304" pitchFamily="18" charset="0"/>
                <a:cs typeface="Times New Roman" panose="02020603050405020304" pitchFamily="18" charset="0"/>
              </a:rPr>
              <a:t>Ensure data integrity &amp; validation</a:t>
            </a:r>
          </a:p>
          <a:p>
            <a:pPr marL="389890" indent="-377190">
              <a:lnSpc>
                <a:spcPct val="100000"/>
              </a:lnSpc>
              <a:spcBef>
                <a:spcPts val="2060"/>
              </a:spcBef>
              <a:buAutoNum type="arabicPeriod"/>
              <a:tabLst>
                <a:tab pos="389890" algn="l"/>
              </a:tabLst>
            </a:pPr>
            <a:r>
              <a:rPr lang="en-IN" sz="2000" spc="50" dirty="0">
                <a:latin typeface="Times New Roman" panose="02020603050405020304" pitchFamily="18" charset="0"/>
                <a:cs typeface="Times New Roman" panose="02020603050405020304" pitchFamily="18" charset="0"/>
              </a:rPr>
              <a:t> Complete project documentation</a:t>
            </a:r>
          </a:p>
          <a:p>
            <a:pPr marL="389890" indent="-377190">
              <a:lnSpc>
                <a:spcPct val="100000"/>
              </a:lnSpc>
              <a:spcBef>
                <a:spcPts val="2060"/>
              </a:spcBef>
              <a:buAutoNum type="arabicPeriod"/>
              <a:tabLst>
                <a:tab pos="389890" algn="l"/>
              </a:tabLst>
            </a:pPr>
            <a:r>
              <a:rPr lang="en-IN" sz="2000" spc="50" dirty="0">
                <a:latin typeface="Times New Roman" panose="02020603050405020304" pitchFamily="18" charset="0"/>
                <a:cs typeface="Times New Roman" panose="02020603050405020304" pitchFamily="18" charset="0"/>
              </a:rPr>
              <a:t>Demonstrate &amp; present the database</a:t>
            </a:r>
          </a:p>
        </p:txBody>
      </p:sp>
      <p:grpSp>
        <p:nvGrpSpPr>
          <p:cNvPr id="5" name="object 3"/>
          <p:cNvGrpSpPr/>
          <p:nvPr/>
        </p:nvGrpSpPr>
        <p:grpSpPr>
          <a:xfrm>
            <a:off x="2438400" y="33670"/>
            <a:ext cx="5334000" cy="1198311"/>
            <a:chOff x="2648188" y="47148"/>
            <a:chExt cx="5103904" cy="1198311"/>
          </a:xfrm>
        </p:grpSpPr>
        <p:pic>
          <p:nvPicPr>
            <p:cNvPr id="6" name="object 4"/>
            <p:cNvPicPr/>
            <p:nvPr/>
          </p:nvPicPr>
          <p:blipFill>
            <a:blip r:embed="rId3" cstate="print"/>
            <a:stretch>
              <a:fillRect/>
            </a:stretch>
          </p:blipFill>
          <p:spPr>
            <a:xfrm>
              <a:off x="2648188" y="47148"/>
              <a:ext cx="5103904" cy="1198311"/>
            </a:xfrm>
            <a:prstGeom prst="rect">
              <a:avLst/>
            </a:prstGeom>
          </p:spPr>
        </p:pic>
        <p:pic>
          <p:nvPicPr>
            <p:cNvPr id="7" name="object 5"/>
            <p:cNvPicPr/>
            <p:nvPr/>
          </p:nvPicPr>
          <p:blipFill>
            <a:blip r:embed="rId4" cstate="print"/>
            <a:stretch>
              <a:fillRect/>
            </a:stretch>
          </p:blipFill>
          <p:spPr>
            <a:xfrm>
              <a:off x="2703195" y="86439"/>
              <a:ext cx="4997767" cy="1092279"/>
            </a:xfrm>
            <a:prstGeom prst="rect">
              <a:avLst/>
            </a:prstGeom>
          </p:spPr>
        </p:pic>
        <p:pic>
          <p:nvPicPr>
            <p:cNvPr id="8" name="object 6"/>
            <p:cNvPicPr/>
            <p:nvPr/>
          </p:nvPicPr>
          <p:blipFill>
            <a:blip r:embed="rId5" cstate="print"/>
            <a:stretch>
              <a:fillRect/>
            </a:stretch>
          </p:blipFill>
          <p:spPr>
            <a:xfrm>
              <a:off x="2828925" y="243549"/>
              <a:ext cx="4585268" cy="522565"/>
            </a:xfrm>
            <a:prstGeom prst="rect">
              <a:avLst/>
            </a:prstGeom>
          </p:spPr>
        </p:pic>
        <p:sp>
          <p:nvSpPr>
            <p:cNvPr id="9" name="object 7"/>
            <p:cNvSpPr/>
            <p:nvPr/>
          </p:nvSpPr>
          <p:spPr>
            <a:xfrm>
              <a:off x="2883931" y="282892"/>
              <a:ext cx="4479290" cy="416559"/>
            </a:xfrm>
            <a:custGeom>
              <a:avLst/>
              <a:gdLst/>
              <a:ahLst/>
              <a:cxnLst/>
              <a:rect l="l" t="t" r="r" b="b"/>
              <a:pathLst>
                <a:path w="4479290" h="416559">
                  <a:moveTo>
                    <a:pt x="4394158" y="0"/>
                  </a:moveTo>
                  <a:lnTo>
                    <a:pt x="84972" y="0"/>
                  </a:lnTo>
                  <a:lnTo>
                    <a:pt x="51863" y="5448"/>
                  </a:lnTo>
                  <a:lnTo>
                    <a:pt x="24831" y="20326"/>
                  </a:lnTo>
                  <a:lnTo>
                    <a:pt x="6705" y="42329"/>
                  </a:lnTo>
                  <a:lnTo>
                    <a:pt x="0" y="69361"/>
                  </a:lnTo>
                  <a:lnTo>
                    <a:pt x="0" y="346910"/>
                  </a:lnTo>
                  <a:lnTo>
                    <a:pt x="6705" y="373941"/>
                  </a:lnTo>
                  <a:lnTo>
                    <a:pt x="24831" y="395944"/>
                  </a:lnTo>
                  <a:lnTo>
                    <a:pt x="51863" y="410822"/>
                  </a:lnTo>
                  <a:lnTo>
                    <a:pt x="84972" y="416271"/>
                  </a:lnTo>
                  <a:lnTo>
                    <a:pt x="4394158" y="416271"/>
                  </a:lnTo>
                  <a:lnTo>
                    <a:pt x="4427267" y="410822"/>
                  </a:lnTo>
                  <a:lnTo>
                    <a:pt x="4454299" y="395944"/>
                  </a:lnTo>
                  <a:lnTo>
                    <a:pt x="4472425" y="373941"/>
                  </a:lnTo>
                  <a:lnTo>
                    <a:pt x="4479131" y="346910"/>
                  </a:lnTo>
                  <a:lnTo>
                    <a:pt x="4479131" y="69361"/>
                  </a:lnTo>
                  <a:lnTo>
                    <a:pt x="4472425" y="42329"/>
                  </a:lnTo>
                  <a:lnTo>
                    <a:pt x="4454299" y="20326"/>
                  </a:lnTo>
                  <a:lnTo>
                    <a:pt x="4427267" y="5448"/>
                  </a:lnTo>
                  <a:lnTo>
                    <a:pt x="4394158" y="0"/>
                  </a:lnTo>
                  <a:close/>
                </a:path>
              </a:pathLst>
            </a:custGeom>
            <a:solidFill>
              <a:srgbClr val="FF6600"/>
            </a:solidFill>
          </p:spPr>
          <p:txBody>
            <a:bodyPr wrap="square" lIns="0" tIns="0" rIns="0" bIns="0" rtlCol="0"/>
            <a:lstStyle/>
            <a:p>
              <a:endParaRPr/>
            </a:p>
          </p:txBody>
        </p:sp>
      </p:grpSp>
      <p:sp>
        <p:nvSpPr>
          <p:cNvPr id="10" name="object 9"/>
          <p:cNvSpPr txBox="1">
            <a:spLocks/>
          </p:cNvSpPr>
          <p:nvPr/>
        </p:nvSpPr>
        <p:spPr>
          <a:xfrm>
            <a:off x="3604543" y="286092"/>
            <a:ext cx="2853690" cy="355225"/>
          </a:xfrm>
          <a:prstGeom prst="rect">
            <a:avLst/>
          </a:prstGeom>
        </p:spPr>
        <p:txBody>
          <a:bodyPr vert="horz" wrap="square" lIns="0" tIns="16510" rIns="0" bIns="0" rtlCol="0">
            <a:spAutoFit/>
          </a:bodyPr>
          <a:lstStyle>
            <a:lvl1pPr>
              <a:defRPr>
                <a:latin typeface="+mj-lt"/>
                <a:ea typeface="+mj-ea"/>
                <a:cs typeface="+mj-cs"/>
              </a:defRPr>
            </a:lvl1pPr>
          </a:lstStyle>
          <a:p>
            <a:pPr marL="12700" algn="ctr">
              <a:spcBef>
                <a:spcPts val="130"/>
              </a:spcBef>
            </a:pPr>
            <a:r>
              <a:rPr lang="en-IN" sz="1700" b="1" dirty="0">
                <a:solidFill>
                  <a:schemeClr val="bg1"/>
                </a:solidFill>
                <a:latin typeface="Times New Roman" panose="02020603050405020304" pitchFamily="18" charset="0"/>
                <a:cs typeface="Times New Roman" panose="02020603050405020304" pitchFamily="18" charset="0"/>
              </a:rPr>
              <a:t>REVIEW – II : IMPLEMENTATION</a:t>
            </a: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994C3EB-A702-D17F-4829-E37569932D53}"/>
            </a:ext>
          </a:extLst>
        </p:cNvPr>
        <p:cNvGrpSpPr/>
        <p:nvPr/>
      </p:nvGrpSpPr>
      <p:grpSpPr>
        <a:xfrm>
          <a:off x="0" y="0"/>
          <a:ext cx="0" cy="0"/>
          <a:chOff x="0" y="0"/>
          <a:chExt cx="0" cy="0"/>
        </a:xfrm>
      </p:grpSpPr>
      <p:sp>
        <p:nvSpPr>
          <p:cNvPr id="15" name="TextBox 14">
            <a:extLst>
              <a:ext uri="{FF2B5EF4-FFF2-40B4-BE49-F238E27FC236}">
                <a16:creationId xmlns:a16="http://schemas.microsoft.com/office/drawing/2014/main" id="{C94372AF-741E-13F0-7A49-5899AAA88E58}"/>
              </a:ext>
            </a:extLst>
          </p:cNvPr>
          <p:cNvSpPr txBox="1"/>
          <p:nvPr/>
        </p:nvSpPr>
        <p:spPr>
          <a:xfrm>
            <a:off x="4412373" y="321324"/>
            <a:ext cx="5029200" cy="392415"/>
          </a:xfrm>
          <a:prstGeom prst="rect">
            <a:avLst/>
          </a:prstGeom>
          <a:noFill/>
        </p:spPr>
        <p:txBody>
          <a:bodyPr wrap="square">
            <a:spAutoFit/>
          </a:bodyPr>
          <a:lstStyle/>
          <a:p>
            <a:r>
              <a:rPr lang="en-IN" sz="1950" b="1" dirty="0">
                <a:solidFill>
                  <a:schemeClr val="bg1"/>
                </a:solidFill>
                <a:latin typeface="Times New Roman" panose="02020603050405020304" pitchFamily="18" charset="0"/>
                <a:cs typeface="Times New Roman" panose="02020603050405020304" pitchFamily="18" charset="0"/>
              </a:rPr>
              <a:t>IMPLEMENTATION</a:t>
            </a:r>
          </a:p>
        </p:txBody>
      </p:sp>
      <p:pic>
        <p:nvPicPr>
          <p:cNvPr id="17" name="object 3">
            <a:extLst>
              <a:ext uri="{FF2B5EF4-FFF2-40B4-BE49-F238E27FC236}">
                <a16:creationId xmlns:a16="http://schemas.microsoft.com/office/drawing/2014/main" id="{A1EEC003-D96B-9878-B867-CB3E416DA499}"/>
              </a:ext>
            </a:extLst>
          </p:cNvPr>
          <p:cNvPicPr/>
          <p:nvPr/>
        </p:nvPicPr>
        <p:blipFill>
          <a:blip r:embed="rId2" cstate="print"/>
          <a:stretch>
            <a:fillRect/>
          </a:stretch>
        </p:blipFill>
        <p:spPr>
          <a:xfrm>
            <a:off x="290750" y="204311"/>
            <a:ext cx="1163002" cy="424338"/>
          </a:xfrm>
          <a:prstGeom prst="rect">
            <a:avLst/>
          </a:prstGeom>
        </p:spPr>
      </p:pic>
      <p:grpSp>
        <p:nvGrpSpPr>
          <p:cNvPr id="2" name="object 3">
            <a:extLst>
              <a:ext uri="{FF2B5EF4-FFF2-40B4-BE49-F238E27FC236}">
                <a16:creationId xmlns:a16="http://schemas.microsoft.com/office/drawing/2014/main" id="{444C8BDC-1408-2F08-ECFE-24342F99259F}"/>
              </a:ext>
            </a:extLst>
          </p:cNvPr>
          <p:cNvGrpSpPr/>
          <p:nvPr/>
        </p:nvGrpSpPr>
        <p:grpSpPr>
          <a:xfrm>
            <a:off x="2667000" y="85008"/>
            <a:ext cx="5103904" cy="1198311"/>
            <a:chOff x="2648188" y="47148"/>
            <a:chExt cx="5103904" cy="1198311"/>
          </a:xfrm>
        </p:grpSpPr>
        <p:pic>
          <p:nvPicPr>
            <p:cNvPr id="3" name="object 4">
              <a:extLst>
                <a:ext uri="{FF2B5EF4-FFF2-40B4-BE49-F238E27FC236}">
                  <a16:creationId xmlns:a16="http://schemas.microsoft.com/office/drawing/2014/main" id="{486D7949-B407-1EA2-DD79-8A477F1C214A}"/>
                </a:ext>
              </a:extLst>
            </p:cNvPr>
            <p:cNvPicPr/>
            <p:nvPr/>
          </p:nvPicPr>
          <p:blipFill>
            <a:blip r:embed="rId3" cstate="print"/>
            <a:stretch>
              <a:fillRect/>
            </a:stretch>
          </p:blipFill>
          <p:spPr>
            <a:xfrm>
              <a:off x="2648188" y="47148"/>
              <a:ext cx="5103904" cy="1198311"/>
            </a:xfrm>
            <a:prstGeom prst="rect">
              <a:avLst/>
            </a:prstGeom>
          </p:spPr>
        </p:pic>
        <p:pic>
          <p:nvPicPr>
            <p:cNvPr id="4" name="object 5">
              <a:extLst>
                <a:ext uri="{FF2B5EF4-FFF2-40B4-BE49-F238E27FC236}">
                  <a16:creationId xmlns:a16="http://schemas.microsoft.com/office/drawing/2014/main" id="{AF19115A-194D-B4F3-FDC6-80C7A9EAC643}"/>
                </a:ext>
              </a:extLst>
            </p:cNvPr>
            <p:cNvPicPr/>
            <p:nvPr/>
          </p:nvPicPr>
          <p:blipFill>
            <a:blip r:embed="rId4" cstate="print"/>
            <a:stretch>
              <a:fillRect/>
            </a:stretch>
          </p:blipFill>
          <p:spPr>
            <a:xfrm>
              <a:off x="2703195" y="86439"/>
              <a:ext cx="4997767" cy="1092279"/>
            </a:xfrm>
            <a:prstGeom prst="rect">
              <a:avLst/>
            </a:prstGeom>
          </p:spPr>
        </p:pic>
        <p:pic>
          <p:nvPicPr>
            <p:cNvPr id="5" name="object 6">
              <a:extLst>
                <a:ext uri="{FF2B5EF4-FFF2-40B4-BE49-F238E27FC236}">
                  <a16:creationId xmlns:a16="http://schemas.microsoft.com/office/drawing/2014/main" id="{E665D128-267F-2426-96EF-5BA2DC13C642}"/>
                </a:ext>
              </a:extLst>
            </p:cNvPr>
            <p:cNvPicPr/>
            <p:nvPr/>
          </p:nvPicPr>
          <p:blipFill>
            <a:blip r:embed="rId5" cstate="print"/>
            <a:stretch>
              <a:fillRect/>
            </a:stretch>
          </p:blipFill>
          <p:spPr>
            <a:xfrm>
              <a:off x="2828925" y="243549"/>
              <a:ext cx="4585268" cy="522565"/>
            </a:xfrm>
            <a:prstGeom prst="rect">
              <a:avLst/>
            </a:prstGeom>
          </p:spPr>
        </p:pic>
        <p:sp>
          <p:nvSpPr>
            <p:cNvPr id="6" name="object 7">
              <a:extLst>
                <a:ext uri="{FF2B5EF4-FFF2-40B4-BE49-F238E27FC236}">
                  <a16:creationId xmlns:a16="http://schemas.microsoft.com/office/drawing/2014/main" id="{CBF6A033-32D1-951A-E7A6-E89336F7E40B}"/>
                </a:ext>
              </a:extLst>
            </p:cNvPr>
            <p:cNvSpPr/>
            <p:nvPr/>
          </p:nvSpPr>
          <p:spPr>
            <a:xfrm>
              <a:off x="2883931" y="282892"/>
              <a:ext cx="4479290" cy="416559"/>
            </a:xfrm>
            <a:custGeom>
              <a:avLst/>
              <a:gdLst/>
              <a:ahLst/>
              <a:cxnLst/>
              <a:rect l="l" t="t" r="r" b="b"/>
              <a:pathLst>
                <a:path w="4479290" h="416559">
                  <a:moveTo>
                    <a:pt x="4394158" y="0"/>
                  </a:moveTo>
                  <a:lnTo>
                    <a:pt x="84972" y="0"/>
                  </a:lnTo>
                  <a:lnTo>
                    <a:pt x="51863" y="5448"/>
                  </a:lnTo>
                  <a:lnTo>
                    <a:pt x="24831" y="20326"/>
                  </a:lnTo>
                  <a:lnTo>
                    <a:pt x="6705" y="42329"/>
                  </a:lnTo>
                  <a:lnTo>
                    <a:pt x="0" y="69361"/>
                  </a:lnTo>
                  <a:lnTo>
                    <a:pt x="0" y="346910"/>
                  </a:lnTo>
                  <a:lnTo>
                    <a:pt x="6705" y="373941"/>
                  </a:lnTo>
                  <a:lnTo>
                    <a:pt x="24831" y="395944"/>
                  </a:lnTo>
                  <a:lnTo>
                    <a:pt x="51863" y="410822"/>
                  </a:lnTo>
                  <a:lnTo>
                    <a:pt x="84972" y="416271"/>
                  </a:lnTo>
                  <a:lnTo>
                    <a:pt x="4394158" y="416271"/>
                  </a:lnTo>
                  <a:lnTo>
                    <a:pt x="4427267" y="410822"/>
                  </a:lnTo>
                  <a:lnTo>
                    <a:pt x="4454299" y="395944"/>
                  </a:lnTo>
                  <a:lnTo>
                    <a:pt x="4472425" y="373941"/>
                  </a:lnTo>
                  <a:lnTo>
                    <a:pt x="4479131" y="346910"/>
                  </a:lnTo>
                  <a:lnTo>
                    <a:pt x="4479131" y="69361"/>
                  </a:lnTo>
                  <a:lnTo>
                    <a:pt x="4472425" y="42329"/>
                  </a:lnTo>
                  <a:lnTo>
                    <a:pt x="4454299" y="20326"/>
                  </a:lnTo>
                  <a:lnTo>
                    <a:pt x="4427267" y="5448"/>
                  </a:lnTo>
                  <a:lnTo>
                    <a:pt x="4394158" y="0"/>
                  </a:lnTo>
                  <a:close/>
                </a:path>
              </a:pathLst>
            </a:custGeom>
            <a:solidFill>
              <a:srgbClr val="FF6600"/>
            </a:solidFill>
          </p:spPr>
          <p:txBody>
            <a:bodyPr wrap="square" lIns="0" tIns="0" rIns="0" bIns="0" rtlCol="0"/>
            <a:lstStyle/>
            <a:p>
              <a:endParaRPr dirty="0"/>
            </a:p>
          </p:txBody>
        </p:sp>
      </p:grpSp>
      <p:sp>
        <p:nvSpPr>
          <p:cNvPr id="7" name="TextBox 6">
            <a:extLst>
              <a:ext uri="{FF2B5EF4-FFF2-40B4-BE49-F238E27FC236}">
                <a16:creationId xmlns:a16="http://schemas.microsoft.com/office/drawing/2014/main" id="{0A3D4540-9EF3-DE22-0F98-4B4BAC3FACC2}"/>
              </a:ext>
            </a:extLst>
          </p:cNvPr>
          <p:cNvSpPr txBox="1"/>
          <p:nvPr/>
        </p:nvSpPr>
        <p:spPr>
          <a:xfrm>
            <a:off x="3200400" y="321324"/>
            <a:ext cx="5029200" cy="392415"/>
          </a:xfrm>
          <a:prstGeom prst="rect">
            <a:avLst/>
          </a:prstGeom>
          <a:noFill/>
        </p:spPr>
        <p:txBody>
          <a:bodyPr wrap="square">
            <a:spAutoFit/>
          </a:bodyPr>
          <a:lstStyle/>
          <a:p>
            <a:r>
              <a:rPr lang="en-IN" sz="1950" b="1" dirty="0">
                <a:solidFill>
                  <a:schemeClr val="bg1"/>
                </a:solidFill>
                <a:latin typeface="Times New Roman" panose="02020603050405020304" pitchFamily="18" charset="0"/>
                <a:cs typeface="Times New Roman" panose="02020603050405020304" pitchFamily="18" charset="0"/>
              </a:rPr>
              <a:t>DATABASE &amp; CONSTRAINTS</a:t>
            </a:r>
          </a:p>
        </p:txBody>
      </p:sp>
      <p:pic>
        <p:nvPicPr>
          <p:cNvPr id="10" name="Picture 9" descr="The image depicts a database schema, showing relationships among entities such as projects, teams, employees, and tasks, with various attributes, data types, and constraints.&#10;&#10;AI-generated content may be incorrect.">
            <a:extLst>
              <a:ext uri="{FF2B5EF4-FFF2-40B4-BE49-F238E27FC236}">
                <a16:creationId xmlns:a16="http://schemas.microsoft.com/office/drawing/2014/main" id="{CD695E7E-77DC-CDAF-D42B-1765CD42935C}"/>
              </a:ext>
            </a:extLst>
          </p:cNvPr>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290750" y="1153464"/>
            <a:ext cx="9601201" cy="6337527"/>
          </a:xfrm>
          <a:prstGeom prst="rect">
            <a:avLst/>
          </a:prstGeom>
        </p:spPr>
      </p:pic>
    </p:spTree>
    <p:extLst>
      <p:ext uri="{BB962C8B-B14F-4D97-AF65-F5344CB8AC3E}">
        <p14:creationId xmlns:p14="http://schemas.microsoft.com/office/powerpoint/2010/main" val="26077263"/>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994C3EB-A702-D17F-4829-E37569932D53}"/>
            </a:ext>
          </a:extLst>
        </p:cNvPr>
        <p:cNvGrpSpPr/>
        <p:nvPr/>
      </p:nvGrpSpPr>
      <p:grpSpPr>
        <a:xfrm>
          <a:off x="0" y="0"/>
          <a:ext cx="0" cy="0"/>
          <a:chOff x="0" y="0"/>
          <a:chExt cx="0" cy="0"/>
        </a:xfrm>
      </p:grpSpPr>
      <p:sp>
        <p:nvSpPr>
          <p:cNvPr id="15" name="TextBox 14">
            <a:extLst>
              <a:ext uri="{FF2B5EF4-FFF2-40B4-BE49-F238E27FC236}">
                <a16:creationId xmlns:a16="http://schemas.microsoft.com/office/drawing/2014/main" id="{C94372AF-741E-13F0-7A49-5899AAA88E58}"/>
              </a:ext>
            </a:extLst>
          </p:cNvPr>
          <p:cNvSpPr txBox="1"/>
          <p:nvPr/>
        </p:nvSpPr>
        <p:spPr>
          <a:xfrm>
            <a:off x="4412373" y="321324"/>
            <a:ext cx="5029200" cy="392415"/>
          </a:xfrm>
          <a:prstGeom prst="rect">
            <a:avLst/>
          </a:prstGeom>
          <a:noFill/>
        </p:spPr>
        <p:txBody>
          <a:bodyPr wrap="square">
            <a:spAutoFit/>
          </a:bodyPr>
          <a:lstStyle/>
          <a:p>
            <a:r>
              <a:rPr lang="en-IN" sz="1950" b="1" dirty="0">
                <a:solidFill>
                  <a:schemeClr val="bg1"/>
                </a:solidFill>
                <a:latin typeface="Times New Roman" panose="02020603050405020304" pitchFamily="18" charset="0"/>
                <a:cs typeface="Times New Roman" panose="02020603050405020304" pitchFamily="18" charset="0"/>
              </a:rPr>
              <a:t>IMPLEMENTATION</a:t>
            </a:r>
          </a:p>
        </p:txBody>
      </p:sp>
      <p:pic>
        <p:nvPicPr>
          <p:cNvPr id="17" name="object 3">
            <a:extLst>
              <a:ext uri="{FF2B5EF4-FFF2-40B4-BE49-F238E27FC236}">
                <a16:creationId xmlns:a16="http://schemas.microsoft.com/office/drawing/2014/main" id="{A1EEC003-D96B-9878-B867-CB3E416DA499}"/>
              </a:ext>
            </a:extLst>
          </p:cNvPr>
          <p:cNvPicPr/>
          <p:nvPr/>
        </p:nvPicPr>
        <p:blipFill>
          <a:blip r:embed="rId2" cstate="print"/>
          <a:stretch>
            <a:fillRect/>
          </a:stretch>
        </p:blipFill>
        <p:spPr>
          <a:xfrm>
            <a:off x="290750" y="204311"/>
            <a:ext cx="1163002" cy="424338"/>
          </a:xfrm>
          <a:prstGeom prst="rect">
            <a:avLst/>
          </a:prstGeom>
        </p:spPr>
      </p:pic>
      <p:grpSp>
        <p:nvGrpSpPr>
          <p:cNvPr id="2" name="object 3">
            <a:extLst>
              <a:ext uri="{FF2B5EF4-FFF2-40B4-BE49-F238E27FC236}">
                <a16:creationId xmlns:a16="http://schemas.microsoft.com/office/drawing/2014/main" id="{444C8BDC-1408-2F08-ECFE-24342F99259F}"/>
              </a:ext>
            </a:extLst>
          </p:cNvPr>
          <p:cNvGrpSpPr/>
          <p:nvPr/>
        </p:nvGrpSpPr>
        <p:grpSpPr>
          <a:xfrm>
            <a:off x="2667000" y="85008"/>
            <a:ext cx="5103904" cy="1198311"/>
            <a:chOff x="2648188" y="47148"/>
            <a:chExt cx="5103904" cy="1198311"/>
          </a:xfrm>
        </p:grpSpPr>
        <p:pic>
          <p:nvPicPr>
            <p:cNvPr id="3" name="object 4">
              <a:extLst>
                <a:ext uri="{FF2B5EF4-FFF2-40B4-BE49-F238E27FC236}">
                  <a16:creationId xmlns:a16="http://schemas.microsoft.com/office/drawing/2014/main" id="{486D7949-B407-1EA2-DD79-8A477F1C214A}"/>
                </a:ext>
              </a:extLst>
            </p:cNvPr>
            <p:cNvPicPr/>
            <p:nvPr/>
          </p:nvPicPr>
          <p:blipFill>
            <a:blip r:embed="rId3" cstate="print"/>
            <a:stretch>
              <a:fillRect/>
            </a:stretch>
          </p:blipFill>
          <p:spPr>
            <a:xfrm>
              <a:off x="2648188" y="47148"/>
              <a:ext cx="5103904" cy="1198311"/>
            </a:xfrm>
            <a:prstGeom prst="rect">
              <a:avLst/>
            </a:prstGeom>
          </p:spPr>
        </p:pic>
        <p:pic>
          <p:nvPicPr>
            <p:cNvPr id="4" name="object 5">
              <a:extLst>
                <a:ext uri="{FF2B5EF4-FFF2-40B4-BE49-F238E27FC236}">
                  <a16:creationId xmlns:a16="http://schemas.microsoft.com/office/drawing/2014/main" id="{AF19115A-194D-B4F3-FDC6-80C7A9EAC643}"/>
                </a:ext>
              </a:extLst>
            </p:cNvPr>
            <p:cNvPicPr/>
            <p:nvPr/>
          </p:nvPicPr>
          <p:blipFill>
            <a:blip r:embed="rId4" cstate="print"/>
            <a:stretch>
              <a:fillRect/>
            </a:stretch>
          </p:blipFill>
          <p:spPr>
            <a:xfrm>
              <a:off x="2703195" y="86439"/>
              <a:ext cx="4997767" cy="1092279"/>
            </a:xfrm>
            <a:prstGeom prst="rect">
              <a:avLst/>
            </a:prstGeom>
          </p:spPr>
        </p:pic>
        <p:pic>
          <p:nvPicPr>
            <p:cNvPr id="5" name="object 6">
              <a:extLst>
                <a:ext uri="{FF2B5EF4-FFF2-40B4-BE49-F238E27FC236}">
                  <a16:creationId xmlns:a16="http://schemas.microsoft.com/office/drawing/2014/main" id="{E665D128-267F-2426-96EF-5BA2DC13C642}"/>
                </a:ext>
              </a:extLst>
            </p:cNvPr>
            <p:cNvPicPr/>
            <p:nvPr/>
          </p:nvPicPr>
          <p:blipFill>
            <a:blip r:embed="rId5" cstate="print"/>
            <a:stretch>
              <a:fillRect/>
            </a:stretch>
          </p:blipFill>
          <p:spPr>
            <a:xfrm>
              <a:off x="2828925" y="243549"/>
              <a:ext cx="4585268" cy="522565"/>
            </a:xfrm>
            <a:prstGeom prst="rect">
              <a:avLst/>
            </a:prstGeom>
          </p:spPr>
        </p:pic>
        <p:sp>
          <p:nvSpPr>
            <p:cNvPr id="6" name="object 7">
              <a:extLst>
                <a:ext uri="{FF2B5EF4-FFF2-40B4-BE49-F238E27FC236}">
                  <a16:creationId xmlns:a16="http://schemas.microsoft.com/office/drawing/2014/main" id="{CBF6A033-32D1-951A-E7A6-E89336F7E40B}"/>
                </a:ext>
              </a:extLst>
            </p:cNvPr>
            <p:cNvSpPr/>
            <p:nvPr/>
          </p:nvSpPr>
          <p:spPr>
            <a:xfrm>
              <a:off x="2883931" y="282892"/>
              <a:ext cx="4479290" cy="416559"/>
            </a:xfrm>
            <a:custGeom>
              <a:avLst/>
              <a:gdLst/>
              <a:ahLst/>
              <a:cxnLst/>
              <a:rect l="l" t="t" r="r" b="b"/>
              <a:pathLst>
                <a:path w="4479290" h="416559">
                  <a:moveTo>
                    <a:pt x="4394158" y="0"/>
                  </a:moveTo>
                  <a:lnTo>
                    <a:pt x="84972" y="0"/>
                  </a:lnTo>
                  <a:lnTo>
                    <a:pt x="51863" y="5448"/>
                  </a:lnTo>
                  <a:lnTo>
                    <a:pt x="24831" y="20326"/>
                  </a:lnTo>
                  <a:lnTo>
                    <a:pt x="6705" y="42329"/>
                  </a:lnTo>
                  <a:lnTo>
                    <a:pt x="0" y="69361"/>
                  </a:lnTo>
                  <a:lnTo>
                    <a:pt x="0" y="346910"/>
                  </a:lnTo>
                  <a:lnTo>
                    <a:pt x="6705" y="373941"/>
                  </a:lnTo>
                  <a:lnTo>
                    <a:pt x="24831" y="395944"/>
                  </a:lnTo>
                  <a:lnTo>
                    <a:pt x="51863" y="410822"/>
                  </a:lnTo>
                  <a:lnTo>
                    <a:pt x="84972" y="416271"/>
                  </a:lnTo>
                  <a:lnTo>
                    <a:pt x="4394158" y="416271"/>
                  </a:lnTo>
                  <a:lnTo>
                    <a:pt x="4427267" y="410822"/>
                  </a:lnTo>
                  <a:lnTo>
                    <a:pt x="4454299" y="395944"/>
                  </a:lnTo>
                  <a:lnTo>
                    <a:pt x="4472425" y="373941"/>
                  </a:lnTo>
                  <a:lnTo>
                    <a:pt x="4479131" y="346910"/>
                  </a:lnTo>
                  <a:lnTo>
                    <a:pt x="4479131" y="69361"/>
                  </a:lnTo>
                  <a:lnTo>
                    <a:pt x="4472425" y="42329"/>
                  </a:lnTo>
                  <a:lnTo>
                    <a:pt x="4454299" y="20326"/>
                  </a:lnTo>
                  <a:lnTo>
                    <a:pt x="4427267" y="5448"/>
                  </a:lnTo>
                  <a:lnTo>
                    <a:pt x="4394158" y="0"/>
                  </a:lnTo>
                  <a:close/>
                </a:path>
              </a:pathLst>
            </a:custGeom>
            <a:solidFill>
              <a:srgbClr val="FF6600"/>
            </a:solidFill>
          </p:spPr>
          <p:txBody>
            <a:bodyPr wrap="square" lIns="0" tIns="0" rIns="0" bIns="0" rtlCol="0"/>
            <a:lstStyle/>
            <a:p>
              <a:endParaRPr dirty="0"/>
            </a:p>
          </p:txBody>
        </p:sp>
      </p:grpSp>
      <p:sp>
        <p:nvSpPr>
          <p:cNvPr id="7" name="TextBox 6">
            <a:extLst>
              <a:ext uri="{FF2B5EF4-FFF2-40B4-BE49-F238E27FC236}">
                <a16:creationId xmlns:a16="http://schemas.microsoft.com/office/drawing/2014/main" id="{0A3D4540-9EF3-DE22-0F98-4B4BAC3FACC2}"/>
              </a:ext>
            </a:extLst>
          </p:cNvPr>
          <p:cNvSpPr txBox="1"/>
          <p:nvPr/>
        </p:nvSpPr>
        <p:spPr>
          <a:xfrm>
            <a:off x="3200400" y="321324"/>
            <a:ext cx="5029200" cy="392415"/>
          </a:xfrm>
          <a:prstGeom prst="rect">
            <a:avLst/>
          </a:prstGeom>
          <a:noFill/>
        </p:spPr>
        <p:txBody>
          <a:bodyPr wrap="square">
            <a:spAutoFit/>
          </a:bodyPr>
          <a:lstStyle/>
          <a:p>
            <a:r>
              <a:rPr lang="en-IN" sz="1950" b="1" dirty="0">
                <a:solidFill>
                  <a:schemeClr val="bg1"/>
                </a:solidFill>
                <a:latin typeface="Times New Roman" panose="02020603050405020304" pitchFamily="18" charset="0"/>
                <a:cs typeface="Times New Roman" panose="02020603050405020304" pitchFamily="18" charset="0"/>
              </a:rPr>
              <a:t>SAMPLE DATA INSERTION</a:t>
            </a:r>
          </a:p>
        </p:txBody>
      </p:sp>
      <p:sp>
        <p:nvSpPr>
          <p:cNvPr id="9" name="TextBox 8">
            <a:extLst>
              <a:ext uri="{FF2B5EF4-FFF2-40B4-BE49-F238E27FC236}">
                <a16:creationId xmlns:a16="http://schemas.microsoft.com/office/drawing/2014/main" id="{7A800D15-2389-5516-DA9E-AC441973A9C8}"/>
              </a:ext>
            </a:extLst>
          </p:cNvPr>
          <p:cNvSpPr txBox="1"/>
          <p:nvPr/>
        </p:nvSpPr>
        <p:spPr>
          <a:xfrm>
            <a:off x="290750" y="1179605"/>
            <a:ext cx="6781800" cy="769441"/>
          </a:xfrm>
          <a:prstGeom prst="rect">
            <a:avLst/>
          </a:prstGeom>
          <a:noFill/>
        </p:spPr>
        <p:txBody>
          <a:bodyPr wrap="square">
            <a:spAutoFit/>
          </a:bodyPr>
          <a:lstStyle/>
          <a:p>
            <a:pPr marL="342900" indent="-342900">
              <a:buFont typeface="Wingdings" panose="05000000000000000000" pitchFamily="2" charset="2"/>
              <a:buChar char="§"/>
            </a:pPr>
            <a:r>
              <a:rPr lang="en-IN" sz="2000" dirty="0">
                <a:latin typeface="Times New Roman" panose="02020603050405020304" pitchFamily="18" charset="0"/>
                <a:cs typeface="Times New Roman" panose="02020603050405020304" pitchFamily="18" charset="0"/>
              </a:rPr>
              <a:t>Sample records inserted into the </a:t>
            </a:r>
            <a:r>
              <a:rPr lang="en-IN" sz="2000" b="1" dirty="0">
                <a:latin typeface="Times New Roman" panose="02020603050405020304" pitchFamily="18" charset="0"/>
                <a:cs typeface="Times New Roman" panose="02020603050405020304" pitchFamily="18" charset="0"/>
              </a:rPr>
              <a:t>SPRINT</a:t>
            </a:r>
            <a:r>
              <a:rPr lang="en-IN" sz="2000" dirty="0">
                <a:latin typeface="Times New Roman" panose="02020603050405020304" pitchFamily="18" charset="0"/>
                <a:cs typeface="Times New Roman" panose="02020603050405020304" pitchFamily="18" charset="0"/>
              </a:rPr>
              <a:t> table</a:t>
            </a:r>
            <a:endParaRPr lang="en-IN" sz="2000" dirty="0"/>
          </a:p>
          <a:p>
            <a:endParaRPr lang="en-IN" sz="2400" dirty="0">
              <a:latin typeface="Times New Roman" panose="02020603050405020304" pitchFamily="18" charset="0"/>
              <a:cs typeface="Times New Roman" panose="02020603050405020304" pitchFamily="18" charset="0"/>
            </a:endParaRPr>
          </a:p>
        </p:txBody>
      </p:sp>
      <p:pic>
        <p:nvPicPr>
          <p:cNvPr id="10" name="Picture 9" descr="The image displays a table or dashboard with various timestamps, possibly indicating project milestones, with columns for tasks, status, and timestamps, suggesting a project management or progress tracking application.&#10;&#10;AI-generated content may be incorrect.">
            <a:extLst>
              <a:ext uri="{FF2B5EF4-FFF2-40B4-BE49-F238E27FC236}">
                <a16:creationId xmlns:a16="http://schemas.microsoft.com/office/drawing/2014/main" id="{F96D65C0-83D6-9255-B230-A705C5D53993}"/>
              </a:ext>
            </a:extLst>
          </p:cNvPr>
          <p:cNvPicPr>
            <a:picLocks noChangeAspect="1"/>
          </p:cNvPicPr>
          <p:nvPr/>
        </p:nvPicPr>
        <p:blipFill>
          <a:blip r:embed="rId6"/>
          <a:stretch>
            <a:fillRect/>
          </a:stretch>
        </p:blipFill>
        <p:spPr>
          <a:xfrm>
            <a:off x="533400" y="4812015"/>
            <a:ext cx="8908173" cy="2808605"/>
          </a:xfrm>
          <a:prstGeom prst="rect">
            <a:avLst/>
          </a:prstGeom>
        </p:spPr>
      </p:pic>
      <p:sp>
        <p:nvSpPr>
          <p:cNvPr id="11" name="TextBox 10">
            <a:extLst>
              <a:ext uri="{FF2B5EF4-FFF2-40B4-BE49-F238E27FC236}">
                <a16:creationId xmlns:a16="http://schemas.microsoft.com/office/drawing/2014/main" id="{3F374BB0-AECA-86BF-924D-C84408517192}"/>
              </a:ext>
            </a:extLst>
          </p:cNvPr>
          <p:cNvSpPr txBox="1"/>
          <p:nvPr/>
        </p:nvSpPr>
        <p:spPr>
          <a:xfrm>
            <a:off x="152400" y="4386168"/>
            <a:ext cx="1018227" cy="369332"/>
          </a:xfrm>
          <a:prstGeom prst="rect">
            <a:avLst/>
          </a:prstGeom>
          <a:noFill/>
        </p:spPr>
        <p:txBody>
          <a:bodyPr wrap="none" rtlCol="0">
            <a:spAutoFit/>
          </a:bodyPr>
          <a:lstStyle/>
          <a:p>
            <a:r>
              <a:rPr lang="en-IN" b="1" dirty="0"/>
              <a:t>Output:</a:t>
            </a:r>
          </a:p>
        </p:txBody>
      </p:sp>
      <p:sp>
        <p:nvSpPr>
          <p:cNvPr id="12" name="TextBox 11">
            <a:extLst>
              <a:ext uri="{FF2B5EF4-FFF2-40B4-BE49-F238E27FC236}">
                <a16:creationId xmlns:a16="http://schemas.microsoft.com/office/drawing/2014/main" id="{B81F0BB4-815A-20D0-0A5B-F594CF6D6C32}"/>
              </a:ext>
            </a:extLst>
          </p:cNvPr>
          <p:cNvSpPr txBox="1"/>
          <p:nvPr/>
        </p:nvSpPr>
        <p:spPr>
          <a:xfrm>
            <a:off x="152400" y="3786474"/>
            <a:ext cx="3134191" cy="369332"/>
          </a:xfrm>
          <a:prstGeom prst="rect">
            <a:avLst/>
          </a:prstGeom>
          <a:noFill/>
        </p:spPr>
        <p:txBody>
          <a:bodyPr wrap="none" rtlCol="0">
            <a:spAutoFit/>
          </a:bodyPr>
          <a:lstStyle/>
          <a:p>
            <a:r>
              <a:rPr lang="en-IN" b="1" dirty="0"/>
              <a:t>Query</a:t>
            </a:r>
            <a:r>
              <a:rPr lang="en-IN" dirty="0"/>
              <a:t>: select * Form Sprint ;</a:t>
            </a:r>
          </a:p>
        </p:txBody>
      </p:sp>
      <p:pic>
        <p:nvPicPr>
          <p:cNvPr id="16" name="Picture 15" descr="A table displaying completed and active sprints for a project, including names, dates, goals, and statuses.&#10;&#10;AI-generated content may be incorrect.">
            <a:extLst>
              <a:ext uri="{FF2B5EF4-FFF2-40B4-BE49-F238E27FC236}">
                <a16:creationId xmlns:a16="http://schemas.microsoft.com/office/drawing/2014/main" id="{297902A2-2391-AEC5-2BFD-4ABEA1898E7D}"/>
              </a:ext>
            </a:extLst>
          </p:cNvPr>
          <p:cNvPicPr>
            <a:picLocks noChangeAspect="1"/>
          </p:cNvPicPr>
          <p:nvPr/>
        </p:nvPicPr>
        <p:blipFill>
          <a:blip r:embed="rId7"/>
          <a:stretch>
            <a:fillRect/>
          </a:stretch>
        </p:blipFill>
        <p:spPr>
          <a:xfrm>
            <a:off x="914400" y="1706386"/>
            <a:ext cx="7086600" cy="1922639"/>
          </a:xfrm>
          <a:prstGeom prst="rect">
            <a:avLst/>
          </a:prstGeom>
        </p:spPr>
      </p:pic>
    </p:spTree>
    <p:extLst>
      <p:ext uri="{BB962C8B-B14F-4D97-AF65-F5344CB8AC3E}">
        <p14:creationId xmlns:p14="http://schemas.microsoft.com/office/powerpoint/2010/main" val="26077263"/>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994C3EB-A702-D17F-4829-E37569932D53}"/>
            </a:ext>
          </a:extLst>
        </p:cNvPr>
        <p:cNvGrpSpPr/>
        <p:nvPr/>
      </p:nvGrpSpPr>
      <p:grpSpPr>
        <a:xfrm>
          <a:off x="0" y="0"/>
          <a:ext cx="0" cy="0"/>
          <a:chOff x="0" y="0"/>
          <a:chExt cx="0" cy="0"/>
        </a:xfrm>
      </p:grpSpPr>
      <p:sp>
        <p:nvSpPr>
          <p:cNvPr id="15" name="TextBox 14">
            <a:extLst>
              <a:ext uri="{FF2B5EF4-FFF2-40B4-BE49-F238E27FC236}">
                <a16:creationId xmlns:a16="http://schemas.microsoft.com/office/drawing/2014/main" id="{C94372AF-741E-13F0-7A49-5899AAA88E58}"/>
              </a:ext>
            </a:extLst>
          </p:cNvPr>
          <p:cNvSpPr txBox="1"/>
          <p:nvPr/>
        </p:nvSpPr>
        <p:spPr>
          <a:xfrm>
            <a:off x="4412373" y="321324"/>
            <a:ext cx="5029200" cy="392415"/>
          </a:xfrm>
          <a:prstGeom prst="rect">
            <a:avLst/>
          </a:prstGeom>
          <a:noFill/>
        </p:spPr>
        <p:txBody>
          <a:bodyPr wrap="square">
            <a:spAutoFit/>
          </a:bodyPr>
          <a:lstStyle/>
          <a:p>
            <a:r>
              <a:rPr lang="en-IN" sz="1950" b="1" dirty="0">
                <a:solidFill>
                  <a:schemeClr val="bg1"/>
                </a:solidFill>
                <a:latin typeface="Times New Roman" panose="02020603050405020304" pitchFamily="18" charset="0"/>
                <a:cs typeface="Times New Roman" panose="02020603050405020304" pitchFamily="18" charset="0"/>
              </a:rPr>
              <a:t>IMPLEMENTATION</a:t>
            </a:r>
          </a:p>
        </p:txBody>
      </p:sp>
      <p:pic>
        <p:nvPicPr>
          <p:cNvPr id="17" name="object 3">
            <a:extLst>
              <a:ext uri="{FF2B5EF4-FFF2-40B4-BE49-F238E27FC236}">
                <a16:creationId xmlns:a16="http://schemas.microsoft.com/office/drawing/2014/main" id="{A1EEC003-D96B-9878-B867-CB3E416DA499}"/>
              </a:ext>
            </a:extLst>
          </p:cNvPr>
          <p:cNvPicPr/>
          <p:nvPr/>
        </p:nvPicPr>
        <p:blipFill>
          <a:blip r:embed="rId2" cstate="print"/>
          <a:stretch>
            <a:fillRect/>
          </a:stretch>
        </p:blipFill>
        <p:spPr>
          <a:xfrm>
            <a:off x="290750" y="204311"/>
            <a:ext cx="1163002" cy="424338"/>
          </a:xfrm>
          <a:prstGeom prst="rect">
            <a:avLst/>
          </a:prstGeom>
        </p:spPr>
      </p:pic>
      <p:grpSp>
        <p:nvGrpSpPr>
          <p:cNvPr id="2" name="object 3">
            <a:extLst>
              <a:ext uri="{FF2B5EF4-FFF2-40B4-BE49-F238E27FC236}">
                <a16:creationId xmlns:a16="http://schemas.microsoft.com/office/drawing/2014/main" id="{444C8BDC-1408-2F08-ECFE-24342F99259F}"/>
              </a:ext>
            </a:extLst>
          </p:cNvPr>
          <p:cNvGrpSpPr/>
          <p:nvPr/>
        </p:nvGrpSpPr>
        <p:grpSpPr>
          <a:xfrm>
            <a:off x="2667000" y="85008"/>
            <a:ext cx="5103904" cy="1198311"/>
            <a:chOff x="2648188" y="47148"/>
            <a:chExt cx="5103904" cy="1198311"/>
          </a:xfrm>
        </p:grpSpPr>
        <p:pic>
          <p:nvPicPr>
            <p:cNvPr id="3" name="object 4">
              <a:extLst>
                <a:ext uri="{FF2B5EF4-FFF2-40B4-BE49-F238E27FC236}">
                  <a16:creationId xmlns:a16="http://schemas.microsoft.com/office/drawing/2014/main" id="{486D7949-B407-1EA2-DD79-8A477F1C214A}"/>
                </a:ext>
              </a:extLst>
            </p:cNvPr>
            <p:cNvPicPr/>
            <p:nvPr/>
          </p:nvPicPr>
          <p:blipFill>
            <a:blip r:embed="rId3" cstate="print"/>
            <a:stretch>
              <a:fillRect/>
            </a:stretch>
          </p:blipFill>
          <p:spPr>
            <a:xfrm>
              <a:off x="2648188" y="47148"/>
              <a:ext cx="5103904" cy="1198311"/>
            </a:xfrm>
            <a:prstGeom prst="rect">
              <a:avLst/>
            </a:prstGeom>
          </p:spPr>
        </p:pic>
        <p:pic>
          <p:nvPicPr>
            <p:cNvPr id="4" name="object 5">
              <a:extLst>
                <a:ext uri="{FF2B5EF4-FFF2-40B4-BE49-F238E27FC236}">
                  <a16:creationId xmlns:a16="http://schemas.microsoft.com/office/drawing/2014/main" id="{AF19115A-194D-B4F3-FDC6-80C7A9EAC643}"/>
                </a:ext>
              </a:extLst>
            </p:cNvPr>
            <p:cNvPicPr/>
            <p:nvPr/>
          </p:nvPicPr>
          <p:blipFill>
            <a:blip r:embed="rId4" cstate="print"/>
            <a:stretch>
              <a:fillRect/>
            </a:stretch>
          </p:blipFill>
          <p:spPr>
            <a:xfrm>
              <a:off x="2703195" y="86439"/>
              <a:ext cx="4997767" cy="1092279"/>
            </a:xfrm>
            <a:prstGeom prst="rect">
              <a:avLst/>
            </a:prstGeom>
          </p:spPr>
        </p:pic>
        <p:pic>
          <p:nvPicPr>
            <p:cNvPr id="5" name="object 6">
              <a:extLst>
                <a:ext uri="{FF2B5EF4-FFF2-40B4-BE49-F238E27FC236}">
                  <a16:creationId xmlns:a16="http://schemas.microsoft.com/office/drawing/2014/main" id="{E665D128-267F-2426-96EF-5BA2DC13C642}"/>
                </a:ext>
              </a:extLst>
            </p:cNvPr>
            <p:cNvPicPr/>
            <p:nvPr/>
          </p:nvPicPr>
          <p:blipFill>
            <a:blip r:embed="rId5" cstate="print"/>
            <a:stretch>
              <a:fillRect/>
            </a:stretch>
          </p:blipFill>
          <p:spPr>
            <a:xfrm>
              <a:off x="2828925" y="243549"/>
              <a:ext cx="4585268" cy="522565"/>
            </a:xfrm>
            <a:prstGeom prst="rect">
              <a:avLst/>
            </a:prstGeom>
          </p:spPr>
        </p:pic>
        <p:sp>
          <p:nvSpPr>
            <p:cNvPr id="6" name="object 7">
              <a:extLst>
                <a:ext uri="{FF2B5EF4-FFF2-40B4-BE49-F238E27FC236}">
                  <a16:creationId xmlns:a16="http://schemas.microsoft.com/office/drawing/2014/main" id="{CBF6A033-32D1-951A-E7A6-E89336F7E40B}"/>
                </a:ext>
              </a:extLst>
            </p:cNvPr>
            <p:cNvSpPr/>
            <p:nvPr/>
          </p:nvSpPr>
          <p:spPr>
            <a:xfrm>
              <a:off x="2883931" y="282892"/>
              <a:ext cx="4479290" cy="416559"/>
            </a:xfrm>
            <a:custGeom>
              <a:avLst/>
              <a:gdLst/>
              <a:ahLst/>
              <a:cxnLst/>
              <a:rect l="l" t="t" r="r" b="b"/>
              <a:pathLst>
                <a:path w="4479290" h="416559">
                  <a:moveTo>
                    <a:pt x="4394158" y="0"/>
                  </a:moveTo>
                  <a:lnTo>
                    <a:pt x="84972" y="0"/>
                  </a:lnTo>
                  <a:lnTo>
                    <a:pt x="51863" y="5448"/>
                  </a:lnTo>
                  <a:lnTo>
                    <a:pt x="24831" y="20326"/>
                  </a:lnTo>
                  <a:lnTo>
                    <a:pt x="6705" y="42329"/>
                  </a:lnTo>
                  <a:lnTo>
                    <a:pt x="0" y="69361"/>
                  </a:lnTo>
                  <a:lnTo>
                    <a:pt x="0" y="346910"/>
                  </a:lnTo>
                  <a:lnTo>
                    <a:pt x="6705" y="373941"/>
                  </a:lnTo>
                  <a:lnTo>
                    <a:pt x="24831" y="395944"/>
                  </a:lnTo>
                  <a:lnTo>
                    <a:pt x="51863" y="410822"/>
                  </a:lnTo>
                  <a:lnTo>
                    <a:pt x="84972" y="416271"/>
                  </a:lnTo>
                  <a:lnTo>
                    <a:pt x="4394158" y="416271"/>
                  </a:lnTo>
                  <a:lnTo>
                    <a:pt x="4427267" y="410822"/>
                  </a:lnTo>
                  <a:lnTo>
                    <a:pt x="4454299" y="395944"/>
                  </a:lnTo>
                  <a:lnTo>
                    <a:pt x="4472425" y="373941"/>
                  </a:lnTo>
                  <a:lnTo>
                    <a:pt x="4479131" y="346910"/>
                  </a:lnTo>
                  <a:lnTo>
                    <a:pt x="4479131" y="69361"/>
                  </a:lnTo>
                  <a:lnTo>
                    <a:pt x="4472425" y="42329"/>
                  </a:lnTo>
                  <a:lnTo>
                    <a:pt x="4454299" y="20326"/>
                  </a:lnTo>
                  <a:lnTo>
                    <a:pt x="4427267" y="5448"/>
                  </a:lnTo>
                  <a:lnTo>
                    <a:pt x="4394158" y="0"/>
                  </a:lnTo>
                  <a:close/>
                </a:path>
              </a:pathLst>
            </a:custGeom>
            <a:solidFill>
              <a:srgbClr val="FF6600"/>
            </a:solidFill>
          </p:spPr>
          <p:txBody>
            <a:bodyPr wrap="square" lIns="0" tIns="0" rIns="0" bIns="0" rtlCol="0"/>
            <a:lstStyle/>
            <a:p>
              <a:endParaRPr dirty="0"/>
            </a:p>
          </p:txBody>
        </p:sp>
      </p:grpSp>
      <p:sp>
        <p:nvSpPr>
          <p:cNvPr id="7" name="TextBox 6">
            <a:extLst>
              <a:ext uri="{FF2B5EF4-FFF2-40B4-BE49-F238E27FC236}">
                <a16:creationId xmlns:a16="http://schemas.microsoft.com/office/drawing/2014/main" id="{0A3D4540-9EF3-DE22-0F98-4B4BAC3FACC2}"/>
              </a:ext>
            </a:extLst>
          </p:cNvPr>
          <p:cNvSpPr txBox="1"/>
          <p:nvPr/>
        </p:nvSpPr>
        <p:spPr>
          <a:xfrm>
            <a:off x="3200400" y="321324"/>
            <a:ext cx="5029200" cy="392415"/>
          </a:xfrm>
          <a:prstGeom prst="rect">
            <a:avLst/>
          </a:prstGeom>
          <a:noFill/>
        </p:spPr>
        <p:txBody>
          <a:bodyPr wrap="square">
            <a:spAutoFit/>
          </a:bodyPr>
          <a:lstStyle/>
          <a:p>
            <a:r>
              <a:rPr lang="en-IN" sz="1950" b="1" dirty="0">
                <a:solidFill>
                  <a:schemeClr val="bg1"/>
                </a:solidFill>
                <a:latin typeface="Times New Roman" panose="02020603050405020304" pitchFamily="18" charset="0"/>
                <a:cs typeface="Times New Roman" panose="02020603050405020304" pitchFamily="18" charset="0"/>
              </a:rPr>
              <a:t>DDL, DML &amp; DQL OPERATIONS</a:t>
            </a:r>
          </a:p>
        </p:txBody>
      </p:sp>
      <p:pic>
        <p:nvPicPr>
          <p:cNvPr id="10" name="Picture 9" descr="The image illustrates a visual representation of SQL operations in a software management system, detailing various Data Definition Language (DDL), Data Manipulation Language (DML), and Data Query Language (DQL) functions, along with key clauses, sample query themes, and their practical application in managing data structures and retrieving information.&#10;&#10;AI-generated content may be incorrect.">
            <a:extLst>
              <a:ext uri="{FF2B5EF4-FFF2-40B4-BE49-F238E27FC236}">
                <a16:creationId xmlns:a16="http://schemas.microsoft.com/office/drawing/2014/main" id="{C5684742-778B-FA80-1CC8-DEA02D27FEBA}"/>
              </a:ext>
            </a:extLst>
          </p:cNvPr>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19050" y="1216578"/>
            <a:ext cx="9982200" cy="5776415"/>
          </a:xfrm>
          <a:prstGeom prst="rect">
            <a:avLst/>
          </a:prstGeom>
        </p:spPr>
      </p:pic>
    </p:spTree>
    <p:extLst>
      <p:ext uri="{BB962C8B-B14F-4D97-AF65-F5344CB8AC3E}">
        <p14:creationId xmlns:p14="http://schemas.microsoft.com/office/powerpoint/2010/main" val="26077263"/>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994C3EB-A702-D17F-4829-E37569932D53}"/>
            </a:ext>
          </a:extLst>
        </p:cNvPr>
        <p:cNvGrpSpPr/>
        <p:nvPr/>
      </p:nvGrpSpPr>
      <p:grpSpPr>
        <a:xfrm>
          <a:off x="0" y="0"/>
          <a:ext cx="0" cy="0"/>
          <a:chOff x="0" y="0"/>
          <a:chExt cx="0" cy="0"/>
        </a:xfrm>
      </p:grpSpPr>
      <p:sp>
        <p:nvSpPr>
          <p:cNvPr id="15" name="TextBox 14">
            <a:extLst>
              <a:ext uri="{FF2B5EF4-FFF2-40B4-BE49-F238E27FC236}">
                <a16:creationId xmlns:a16="http://schemas.microsoft.com/office/drawing/2014/main" id="{C94372AF-741E-13F0-7A49-5899AAA88E58}"/>
              </a:ext>
            </a:extLst>
          </p:cNvPr>
          <p:cNvSpPr txBox="1"/>
          <p:nvPr/>
        </p:nvSpPr>
        <p:spPr>
          <a:xfrm>
            <a:off x="4412373" y="321324"/>
            <a:ext cx="5029200" cy="392415"/>
          </a:xfrm>
          <a:prstGeom prst="rect">
            <a:avLst/>
          </a:prstGeom>
          <a:noFill/>
        </p:spPr>
        <p:txBody>
          <a:bodyPr wrap="square">
            <a:spAutoFit/>
          </a:bodyPr>
          <a:lstStyle/>
          <a:p>
            <a:r>
              <a:rPr lang="en-IN" sz="1950" b="1" dirty="0">
                <a:solidFill>
                  <a:schemeClr val="bg1"/>
                </a:solidFill>
                <a:latin typeface="Times New Roman" panose="02020603050405020304" pitchFamily="18" charset="0"/>
                <a:cs typeface="Times New Roman" panose="02020603050405020304" pitchFamily="18" charset="0"/>
              </a:rPr>
              <a:t>IMPLEMENTATION</a:t>
            </a:r>
          </a:p>
        </p:txBody>
      </p:sp>
      <p:pic>
        <p:nvPicPr>
          <p:cNvPr id="17" name="object 3">
            <a:extLst>
              <a:ext uri="{FF2B5EF4-FFF2-40B4-BE49-F238E27FC236}">
                <a16:creationId xmlns:a16="http://schemas.microsoft.com/office/drawing/2014/main" id="{A1EEC003-D96B-9878-B867-CB3E416DA499}"/>
              </a:ext>
            </a:extLst>
          </p:cNvPr>
          <p:cNvPicPr/>
          <p:nvPr/>
        </p:nvPicPr>
        <p:blipFill>
          <a:blip r:embed="rId2" cstate="print"/>
          <a:stretch>
            <a:fillRect/>
          </a:stretch>
        </p:blipFill>
        <p:spPr>
          <a:xfrm>
            <a:off x="290750" y="204311"/>
            <a:ext cx="1163002" cy="424338"/>
          </a:xfrm>
          <a:prstGeom prst="rect">
            <a:avLst/>
          </a:prstGeom>
        </p:spPr>
      </p:pic>
      <p:grpSp>
        <p:nvGrpSpPr>
          <p:cNvPr id="2" name="object 3">
            <a:extLst>
              <a:ext uri="{FF2B5EF4-FFF2-40B4-BE49-F238E27FC236}">
                <a16:creationId xmlns:a16="http://schemas.microsoft.com/office/drawing/2014/main" id="{444C8BDC-1408-2F08-ECFE-24342F99259F}"/>
              </a:ext>
            </a:extLst>
          </p:cNvPr>
          <p:cNvGrpSpPr/>
          <p:nvPr/>
        </p:nvGrpSpPr>
        <p:grpSpPr>
          <a:xfrm>
            <a:off x="2667000" y="85008"/>
            <a:ext cx="5103904" cy="1198311"/>
            <a:chOff x="2648188" y="47148"/>
            <a:chExt cx="5103904" cy="1198311"/>
          </a:xfrm>
        </p:grpSpPr>
        <p:pic>
          <p:nvPicPr>
            <p:cNvPr id="3" name="object 4">
              <a:extLst>
                <a:ext uri="{FF2B5EF4-FFF2-40B4-BE49-F238E27FC236}">
                  <a16:creationId xmlns:a16="http://schemas.microsoft.com/office/drawing/2014/main" id="{486D7949-B407-1EA2-DD79-8A477F1C214A}"/>
                </a:ext>
              </a:extLst>
            </p:cNvPr>
            <p:cNvPicPr/>
            <p:nvPr/>
          </p:nvPicPr>
          <p:blipFill>
            <a:blip r:embed="rId3" cstate="print"/>
            <a:stretch>
              <a:fillRect/>
            </a:stretch>
          </p:blipFill>
          <p:spPr>
            <a:xfrm>
              <a:off x="2648188" y="47148"/>
              <a:ext cx="5103904" cy="1198311"/>
            </a:xfrm>
            <a:prstGeom prst="rect">
              <a:avLst/>
            </a:prstGeom>
          </p:spPr>
        </p:pic>
        <p:pic>
          <p:nvPicPr>
            <p:cNvPr id="4" name="object 5">
              <a:extLst>
                <a:ext uri="{FF2B5EF4-FFF2-40B4-BE49-F238E27FC236}">
                  <a16:creationId xmlns:a16="http://schemas.microsoft.com/office/drawing/2014/main" id="{AF19115A-194D-B4F3-FDC6-80C7A9EAC643}"/>
                </a:ext>
              </a:extLst>
            </p:cNvPr>
            <p:cNvPicPr/>
            <p:nvPr/>
          </p:nvPicPr>
          <p:blipFill>
            <a:blip r:embed="rId4" cstate="print"/>
            <a:stretch>
              <a:fillRect/>
            </a:stretch>
          </p:blipFill>
          <p:spPr>
            <a:xfrm>
              <a:off x="2703195" y="86439"/>
              <a:ext cx="4997767" cy="1092279"/>
            </a:xfrm>
            <a:prstGeom prst="rect">
              <a:avLst/>
            </a:prstGeom>
          </p:spPr>
        </p:pic>
        <p:pic>
          <p:nvPicPr>
            <p:cNvPr id="5" name="object 6">
              <a:extLst>
                <a:ext uri="{FF2B5EF4-FFF2-40B4-BE49-F238E27FC236}">
                  <a16:creationId xmlns:a16="http://schemas.microsoft.com/office/drawing/2014/main" id="{E665D128-267F-2426-96EF-5BA2DC13C642}"/>
                </a:ext>
              </a:extLst>
            </p:cNvPr>
            <p:cNvPicPr/>
            <p:nvPr/>
          </p:nvPicPr>
          <p:blipFill>
            <a:blip r:embed="rId5" cstate="print"/>
            <a:stretch>
              <a:fillRect/>
            </a:stretch>
          </p:blipFill>
          <p:spPr>
            <a:xfrm>
              <a:off x="2828925" y="243549"/>
              <a:ext cx="4585268" cy="522565"/>
            </a:xfrm>
            <a:prstGeom prst="rect">
              <a:avLst/>
            </a:prstGeom>
          </p:spPr>
        </p:pic>
        <p:sp>
          <p:nvSpPr>
            <p:cNvPr id="6" name="object 7">
              <a:extLst>
                <a:ext uri="{FF2B5EF4-FFF2-40B4-BE49-F238E27FC236}">
                  <a16:creationId xmlns:a16="http://schemas.microsoft.com/office/drawing/2014/main" id="{CBF6A033-32D1-951A-E7A6-E89336F7E40B}"/>
                </a:ext>
              </a:extLst>
            </p:cNvPr>
            <p:cNvSpPr/>
            <p:nvPr/>
          </p:nvSpPr>
          <p:spPr>
            <a:xfrm>
              <a:off x="2883931" y="282892"/>
              <a:ext cx="4479290" cy="416559"/>
            </a:xfrm>
            <a:custGeom>
              <a:avLst/>
              <a:gdLst/>
              <a:ahLst/>
              <a:cxnLst/>
              <a:rect l="l" t="t" r="r" b="b"/>
              <a:pathLst>
                <a:path w="4479290" h="416559">
                  <a:moveTo>
                    <a:pt x="4394158" y="0"/>
                  </a:moveTo>
                  <a:lnTo>
                    <a:pt x="84972" y="0"/>
                  </a:lnTo>
                  <a:lnTo>
                    <a:pt x="51863" y="5448"/>
                  </a:lnTo>
                  <a:lnTo>
                    <a:pt x="24831" y="20326"/>
                  </a:lnTo>
                  <a:lnTo>
                    <a:pt x="6705" y="42329"/>
                  </a:lnTo>
                  <a:lnTo>
                    <a:pt x="0" y="69361"/>
                  </a:lnTo>
                  <a:lnTo>
                    <a:pt x="0" y="346910"/>
                  </a:lnTo>
                  <a:lnTo>
                    <a:pt x="6705" y="373941"/>
                  </a:lnTo>
                  <a:lnTo>
                    <a:pt x="24831" y="395944"/>
                  </a:lnTo>
                  <a:lnTo>
                    <a:pt x="51863" y="410822"/>
                  </a:lnTo>
                  <a:lnTo>
                    <a:pt x="84972" y="416271"/>
                  </a:lnTo>
                  <a:lnTo>
                    <a:pt x="4394158" y="416271"/>
                  </a:lnTo>
                  <a:lnTo>
                    <a:pt x="4427267" y="410822"/>
                  </a:lnTo>
                  <a:lnTo>
                    <a:pt x="4454299" y="395944"/>
                  </a:lnTo>
                  <a:lnTo>
                    <a:pt x="4472425" y="373941"/>
                  </a:lnTo>
                  <a:lnTo>
                    <a:pt x="4479131" y="346910"/>
                  </a:lnTo>
                  <a:lnTo>
                    <a:pt x="4479131" y="69361"/>
                  </a:lnTo>
                  <a:lnTo>
                    <a:pt x="4472425" y="42329"/>
                  </a:lnTo>
                  <a:lnTo>
                    <a:pt x="4454299" y="20326"/>
                  </a:lnTo>
                  <a:lnTo>
                    <a:pt x="4427267" y="5448"/>
                  </a:lnTo>
                  <a:lnTo>
                    <a:pt x="4394158" y="0"/>
                  </a:lnTo>
                  <a:close/>
                </a:path>
              </a:pathLst>
            </a:custGeom>
            <a:solidFill>
              <a:srgbClr val="FF6600"/>
            </a:solidFill>
          </p:spPr>
          <p:txBody>
            <a:bodyPr wrap="square" lIns="0" tIns="0" rIns="0" bIns="0" rtlCol="0"/>
            <a:lstStyle/>
            <a:p>
              <a:endParaRPr dirty="0"/>
            </a:p>
          </p:txBody>
        </p:sp>
      </p:grpSp>
      <p:sp>
        <p:nvSpPr>
          <p:cNvPr id="7" name="TextBox 6">
            <a:extLst>
              <a:ext uri="{FF2B5EF4-FFF2-40B4-BE49-F238E27FC236}">
                <a16:creationId xmlns:a16="http://schemas.microsoft.com/office/drawing/2014/main" id="{0A3D4540-9EF3-DE22-0F98-4B4BAC3FACC2}"/>
              </a:ext>
            </a:extLst>
          </p:cNvPr>
          <p:cNvSpPr txBox="1"/>
          <p:nvPr/>
        </p:nvSpPr>
        <p:spPr>
          <a:xfrm>
            <a:off x="3200400" y="321324"/>
            <a:ext cx="5029200" cy="392415"/>
          </a:xfrm>
          <a:prstGeom prst="rect">
            <a:avLst/>
          </a:prstGeom>
          <a:noFill/>
        </p:spPr>
        <p:txBody>
          <a:bodyPr wrap="square">
            <a:spAutoFit/>
          </a:bodyPr>
          <a:lstStyle/>
          <a:p>
            <a:r>
              <a:rPr lang="en-IN" sz="1950" b="1" dirty="0">
                <a:solidFill>
                  <a:schemeClr val="bg1"/>
                </a:solidFill>
                <a:latin typeface="Times New Roman" panose="02020603050405020304" pitchFamily="18" charset="0"/>
                <a:cs typeface="Times New Roman" panose="02020603050405020304" pitchFamily="18" charset="0"/>
              </a:rPr>
              <a:t>CRUD &amp; SQL QUERIES</a:t>
            </a:r>
          </a:p>
        </p:txBody>
      </p:sp>
      <p:pic>
        <p:nvPicPr>
          <p:cNvPr id="10" name="Picture 9" descr="A diagram illustrating various SQL operations such as CRUD (Create, Read, Update, Delete), JOINS, aggregate functions (COUNT, MAX, MIN, AVG), and example queries (INNER JOIN, LEFT JOIN, RIGHT JOIN, UPDATE).&#10;&#10;AI-generated content may be incorrect.">
            <a:extLst>
              <a:ext uri="{FF2B5EF4-FFF2-40B4-BE49-F238E27FC236}">
                <a16:creationId xmlns:a16="http://schemas.microsoft.com/office/drawing/2014/main" id="{83C86D2C-3099-D7EE-F133-B94F300F2551}"/>
              </a:ext>
            </a:extLst>
          </p:cNvPr>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166687" y="950055"/>
            <a:ext cx="9725025" cy="6351511"/>
          </a:xfrm>
          <a:prstGeom prst="rect">
            <a:avLst/>
          </a:prstGeom>
        </p:spPr>
      </p:pic>
    </p:spTree>
    <p:extLst>
      <p:ext uri="{BB962C8B-B14F-4D97-AF65-F5344CB8AC3E}">
        <p14:creationId xmlns:p14="http://schemas.microsoft.com/office/powerpoint/2010/main" val="26077263"/>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994C3EB-A702-D17F-4829-E37569932D53}"/>
            </a:ext>
          </a:extLst>
        </p:cNvPr>
        <p:cNvGrpSpPr/>
        <p:nvPr/>
      </p:nvGrpSpPr>
      <p:grpSpPr>
        <a:xfrm>
          <a:off x="0" y="0"/>
          <a:ext cx="0" cy="0"/>
          <a:chOff x="0" y="0"/>
          <a:chExt cx="0" cy="0"/>
        </a:xfrm>
      </p:grpSpPr>
      <p:sp>
        <p:nvSpPr>
          <p:cNvPr id="15" name="TextBox 14">
            <a:extLst>
              <a:ext uri="{FF2B5EF4-FFF2-40B4-BE49-F238E27FC236}">
                <a16:creationId xmlns:a16="http://schemas.microsoft.com/office/drawing/2014/main" id="{C94372AF-741E-13F0-7A49-5899AAA88E58}"/>
              </a:ext>
            </a:extLst>
          </p:cNvPr>
          <p:cNvSpPr txBox="1"/>
          <p:nvPr/>
        </p:nvSpPr>
        <p:spPr>
          <a:xfrm>
            <a:off x="4412373" y="321324"/>
            <a:ext cx="5029200" cy="392415"/>
          </a:xfrm>
          <a:prstGeom prst="rect">
            <a:avLst/>
          </a:prstGeom>
          <a:noFill/>
        </p:spPr>
        <p:txBody>
          <a:bodyPr wrap="square">
            <a:spAutoFit/>
          </a:bodyPr>
          <a:lstStyle/>
          <a:p>
            <a:r>
              <a:rPr lang="en-IN" sz="1950" b="1" dirty="0">
                <a:solidFill>
                  <a:schemeClr val="bg1"/>
                </a:solidFill>
                <a:latin typeface="Times New Roman" panose="02020603050405020304" pitchFamily="18" charset="0"/>
                <a:cs typeface="Times New Roman" panose="02020603050405020304" pitchFamily="18" charset="0"/>
              </a:rPr>
              <a:t>IMPLEMENTATION</a:t>
            </a:r>
          </a:p>
        </p:txBody>
      </p:sp>
      <p:pic>
        <p:nvPicPr>
          <p:cNvPr id="17" name="object 3">
            <a:extLst>
              <a:ext uri="{FF2B5EF4-FFF2-40B4-BE49-F238E27FC236}">
                <a16:creationId xmlns:a16="http://schemas.microsoft.com/office/drawing/2014/main" id="{A1EEC003-D96B-9878-B867-CB3E416DA499}"/>
              </a:ext>
            </a:extLst>
          </p:cNvPr>
          <p:cNvPicPr/>
          <p:nvPr/>
        </p:nvPicPr>
        <p:blipFill>
          <a:blip r:embed="rId2" cstate="print"/>
          <a:stretch>
            <a:fillRect/>
          </a:stretch>
        </p:blipFill>
        <p:spPr>
          <a:xfrm>
            <a:off x="290750" y="204311"/>
            <a:ext cx="1163002" cy="424338"/>
          </a:xfrm>
          <a:prstGeom prst="rect">
            <a:avLst/>
          </a:prstGeom>
        </p:spPr>
      </p:pic>
      <p:grpSp>
        <p:nvGrpSpPr>
          <p:cNvPr id="2" name="object 3">
            <a:extLst>
              <a:ext uri="{FF2B5EF4-FFF2-40B4-BE49-F238E27FC236}">
                <a16:creationId xmlns:a16="http://schemas.microsoft.com/office/drawing/2014/main" id="{444C8BDC-1408-2F08-ECFE-24342F99259F}"/>
              </a:ext>
            </a:extLst>
          </p:cNvPr>
          <p:cNvGrpSpPr/>
          <p:nvPr/>
        </p:nvGrpSpPr>
        <p:grpSpPr>
          <a:xfrm>
            <a:off x="2667000" y="85008"/>
            <a:ext cx="5103904" cy="1198311"/>
            <a:chOff x="2648188" y="47148"/>
            <a:chExt cx="5103904" cy="1198311"/>
          </a:xfrm>
        </p:grpSpPr>
        <p:pic>
          <p:nvPicPr>
            <p:cNvPr id="3" name="object 4">
              <a:extLst>
                <a:ext uri="{FF2B5EF4-FFF2-40B4-BE49-F238E27FC236}">
                  <a16:creationId xmlns:a16="http://schemas.microsoft.com/office/drawing/2014/main" id="{486D7949-B407-1EA2-DD79-8A477F1C214A}"/>
                </a:ext>
              </a:extLst>
            </p:cNvPr>
            <p:cNvPicPr/>
            <p:nvPr/>
          </p:nvPicPr>
          <p:blipFill>
            <a:blip r:embed="rId3" cstate="print"/>
            <a:stretch>
              <a:fillRect/>
            </a:stretch>
          </p:blipFill>
          <p:spPr>
            <a:xfrm>
              <a:off x="2648188" y="47148"/>
              <a:ext cx="5103904" cy="1198311"/>
            </a:xfrm>
            <a:prstGeom prst="rect">
              <a:avLst/>
            </a:prstGeom>
          </p:spPr>
        </p:pic>
        <p:pic>
          <p:nvPicPr>
            <p:cNvPr id="4" name="object 5">
              <a:extLst>
                <a:ext uri="{FF2B5EF4-FFF2-40B4-BE49-F238E27FC236}">
                  <a16:creationId xmlns:a16="http://schemas.microsoft.com/office/drawing/2014/main" id="{AF19115A-194D-B4F3-FDC6-80C7A9EAC643}"/>
                </a:ext>
              </a:extLst>
            </p:cNvPr>
            <p:cNvPicPr/>
            <p:nvPr/>
          </p:nvPicPr>
          <p:blipFill>
            <a:blip r:embed="rId4" cstate="print"/>
            <a:stretch>
              <a:fillRect/>
            </a:stretch>
          </p:blipFill>
          <p:spPr>
            <a:xfrm>
              <a:off x="2703195" y="86439"/>
              <a:ext cx="4997767" cy="1092279"/>
            </a:xfrm>
            <a:prstGeom prst="rect">
              <a:avLst/>
            </a:prstGeom>
          </p:spPr>
        </p:pic>
        <p:pic>
          <p:nvPicPr>
            <p:cNvPr id="5" name="object 6">
              <a:extLst>
                <a:ext uri="{FF2B5EF4-FFF2-40B4-BE49-F238E27FC236}">
                  <a16:creationId xmlns:a16="http://schemas.microsoft.com/office/drawing/2014/main" id="{E665D128-267F-2426-96EF-5BA2DC13C642}"/>
                </a:ext>
              </a:extLst>
            </p:cNvPr>
            <p:cNvPicPr/>
            <p:nvPr/>
          </p:nvPicPr>
          <p:blipFill>
            <a:blip r:embed="rId5" cstate="print"/>
            <a:stretch>
              <a:fillRect/>
            </a:stretch>
          </p:blipFill>
          <p:spPr>
            <a:xfrm>
              <a:off x="2828925" y="243549"/>
              <a:ext cx="4585268" cy="522565"/>
            </a:xfrm>
            <a:prstGeom prst="rect">
              <a:avLst/>
            </a:prstGeom>
          </p:spPr>
        </p:pic>
        <p:sp>
          <p:nvSpPr>
            <p:cNvPr id="6" name="object 7">
              <a:extLst>
                <a:ext uri="{FF2B5EF4-FFF2-40B4-BE49-F238E27FC236}">
                  <a16:creationId xmlns:a16="http://schemas.microsoft.com/office/drawing/2014/main" id="{CBF6A033-32D1-951A-E7A6-E89336F7E40B}"/>
                </a:ext>
              </a:extLst>
            </p:cNvPr>
            <p:cNvSpPr/>
            <p:nvPr/>
          </p:nvSpPr>
          <p:spPr>
            <a:xfrm>
              <a:off x="2883931" y="282892"/>
              <a:ext cx="4479290" cy="416559"/>
            </a:xfrm>
            <a:custGeom>
              <a:avLst/>
              <a:gdLst/>
              <a:ahLst/>
              <a:cxnLst/>
              <a:rect l="l" t="t" r="r" b="b"/>
              <a:pathLst>
                <a:path w="4479290" h="416559">
                  <a:moveTo>
                    <a:pt x="4394158" y="0"/>
                  </a:moveTo>
                  <a:lnTo>
                    <a:pt x="84972" y="0"/>
                  </a:lnTo>
                  <a:lnTo>
                    <a:pt x="51863" y="5448"/>
                  </a:lnTo>
                  <a:lnTo>
                    <a:pt x="24831" y="20326"/>
                  </a:lnTo>
                  <a:lnTo>
                    <a:pt x="6705" y="42329"/>
                  </a:lnTo>
                  <a:lnTo>
                    <a:pt x="0" y="69361"/>
                  </a:lnTo>
                  <a:lnTo>
                    <a:pt x="0" y="346910"/>
                  </a:lnTo>
                  <a:lnTo>
                    <a:pt x="6705" y="373941"/>
                  </a:lnTo>
                  <a:lnTo>
                    <a:pt x="24831" y="395944"/>
                  </a:lnTo>
                  <a:lnTo>
                    <a:pt x="51863" y="410822"/>
                  </a:lnTo>
                  <a:lnTo>
                    <a:pt x="84972" y="416271"/>
                  </a:lnTo>
                  <a:lnTo>
                    <a:pt x="4394158" y="416271"/>
                  </a:lnTo>
                  <a:lnTo>
                    <a:pt x="4427267" y="410822"/>
                  </a:lnTo>
                  <a:lnTo>
                    <a:pt x="4454299" y="395944"/>
                  </a:lnTo>
                  <a:lnTo>
                    <a:pt x="4472425" y="373941"/>
                  </a:lnTo>
                  <a:lnTo>
                    <a:pt x="4479131" y="346910"/>
                  </a:lnTo>
                  <a:lnTo>
                    <a:pt x="4479131" y="69361"/>
                  </a:lnTo>
                  <a:lnTo>
                    <a:pt x="4472425" y="42329"/>
                  </a:lnTo>
                  <a:lnTo>
                    <a:pt x="4454299" y="20326"/>
                  </a:lnTo>
                  <a:lnTo>
                    <a:pt x="4427267" y="5448"/>
                  </a:lnTo>
                  <a:lnTo>
                    <a:pt x="4394158" y="0"/>
                  </a:lnTo>
                  <a:close/>
                </a:path>
              </a:pathLst>
            </a:custGeom>
            <a:solidFill>
              <a:srgbClr val="FF6600"/>
            </a:solidFill>
          </p:spPr>
          <p:txBody>
            <a:bodyPr wrap="square" lIns="0" tIns="0" rIns="0" bIns="0" rtlCol="0"/>
            <a:lstStyle/>
            <a:p>
              <a:endParaRPr dirty="0"/>
            </a:p>
          </p:txBody>
        </p:sp>
      </p:grpSp>
      <p:sp>
        <p:nvSpPr>
          <p:cNvPr id="7" name="TextBox 6">
            <a:extLst>
              <a:ext uri="{FF2B5EF4-FFF2-40B4-BE49-F238E27FC236}">
                <a16:creationId xmlns:a16="http://schemas.microsoft.com/office/drawing/2014/main" id="{0A3D4540-9EF3-DE22-0F98-4B4BAC3FACC2}"/>
              </a:ext>
            </a:extLst>
          </p:cNvPr>
          <p:cNvSpPr txBox="1"/>
          <p:nvPr/>
        </p:nvSpPr>
        <p:spPr>
          <a:xfrm>
            <a:off x="2963382" y="376536"/>
            <a:ext cx="5029200" cy="392415"/>
          </a:xfrm>
          <a:prstGeom prst="rect">
            <a:avLst/>
          </a:prstGeom>
          <a:noFill/>
        </p:spPr>
        <p:txBody>
          <a:bodyPr wrap="square">
            <a:spAutoFit/>
          </a:bodyPr>
          <a:lstStyle/>
          <a:p>
            <a:r>
              <a:rPr lang="en-IN" sz="1950" b="1" dirty="0">
                <a:solidFill>
                  <a:schemeClr val="bg1"/>
                </a:solidFill>
                <a:latin typeface="Times New Roman" panose="02020603050405020304" pitchFamily="18" charset="0"/>
                <a:cs typeface="Times New Roman" panose="02020603050405020304" pitchFamily="18" charset="0"/>
              </a:rPr>
              <a:t>DATA INTEGRITY &amp; VALIDATION</a:t>
            </a:r>
          </a:p>
        </p:txBody>
      </p:sp>
      <p:pic>
        <p:nvPicPr>
          <p:cNvPr id="10" name="Picture 9" descr="The image displays a snippet of SQL code with two INSERT INTO statements for an Employee table, followed by an error message indicating a duplicate key violation.&#10;&#10;AI-generated content may be incorrect.">
            <a:extLst>
              <a:ext uri="{FF2B5EF4-FFF2-40B4-BE49-F238E27FC236}">
                <a16:creationId xmlns:a16="http://schemas.microsoft.com/office/drawing/2014/main" id="{90A78FA9-1967-8D6E-6BCB-81611A6E67F8}"/>
              </a:ext>
            </a:extLst>
          </p:cNvPr>
          <p:cNvPicPr>
            <a:picLocks noChangeAspect="1"/>
          </p:cNvPicPr>
          <p:nvPr/>
        </p:nvPicPr>
        <p:blipFill>
          <a:blip r:embed="rId6"/>
          <a:stretch>
            <a:fillRect/>
          </a:stretch>
        </p:blipFill>
        <p:spPr>
          <a:xfrm>
            <a:off x="243987" y="1040290"/>
            <a:ext cx="9570426" cy="1678876"/>
          </a:xfrm>
          <a:prstGeom prst="rect">
            <a:avLst/>
          </a:prstGeom>
        </p:spPr>
      </p:pic>
      <p:pic>
        <p:nvPicPr>
          <p:cNvPr id="12" name="Picture 11" descr="duplicate key value violates unique constraint&#10;&#10;AI-generated content may be incorrect.">
            <a:extLst>
              <a:ext uri="{FF2B5EF4-FFF2-40B4-BE49-F238E27FC236}">
                <a16:creationId xmlns:a16="http://schemas.microsoft.com/office/drawing/2014/main" id="{EFCB6FB5-96FB-2208-2D52-6B39D034F323}"/>
              </a:ext>
            </a:extLst>
          </p:cNvPr>
          <p:cNvPicPr>
            <a:picLocks noChangeAspect="1"/>
          </p:cNvPicPr>
          <p:nvPr/>
        </p:nvPicPr>
        <p:blipFill>
          <a:blip r:embed="rId7"/>
          <a:stretch>
            <a:fillRect/>
          </a:stretch>
        </p:blipFill>
        <p:spPr>
          <a:xfrm>
            <a:off x="243987" y="2767350"/>
            <a:ext cx="9539050" cy="1486029"/>
          </a:xfrm>
          <a:prstGeom prst="rect">
            <a:avLst/>
          </a:prstGeom>
        </p:spPr>
      </p:pic>
      <p:pic>
        <p:nvPicPr>
          <p:cNvPr id="14" name="Picture 13" descr="The provided text appears to be an SQL statement attempting to insert a new employee record into a database table with fields for first name, last name, email, experience years, and salary, but it contains an error in the experience_years value.&#10;&#10;AI-generated content may be incorrect.">
            <a:extLst>
              <a:ext uri="{FF2B5EF4-FFF2-40B4-BE49-F238E27FC236}">
                <a16:creationId xmlns:a16="http://schemas.microsoft.com/office/drawing/2014/main" id="{7CC08F8F-25B2-8EFA-B8CF-82F1B584F7FF}"/>
              </a:ext>
            </a:extLst>
          </p:cNvPr>
          <p:cNvPicPr>
            <a:picLocks noChangeAspect="1"/>
          </p:cNvPicPr>
          <p:nvPr/>
        </p:nvPicPr>
        <p:blipFill>
          <a:blip r:embed="rId8"/>
          <a:stretch>
            <a:fillRect/>
          </a:stretch>
        </p:blipFill>
        <p:spPr>
          <a:xfrm>
            <a:off x="250409" y="4323975"/>
            <a:ext cx="9532628" cy="1463167"/>
          </a:xfrm>
          <a:prstGeom prst="rect">
            <a:avLst/>
          </a:prstGeom>
        </p:spPr>
      </p:pic>
      <p:pic>
        <p:nvPicPr>
          <p:cNvPr id="18" name="Picture 17" descr="The provided text is a snippet of an SQL query attempting to insert a new employee record into an 'Employee' table, but it results in an error due to a null value being inserted into the 'first_name' column.&#10;&#10;AI-generated content may be incorrect.">
            <a:extLst>
              <a:ext uri="{FF2B5EF4-FFF2-40B4-BE49-F238E27FC236}">
                <a16:creationId xmlns:a16="http://schemas.microsoft.com/office/drawing/2014/main" id="{3BEED207-A588-FC6A-E021-F39B27C43C9A}"/>
              </a:ext>
            </a:extLst>
          </p:cNvPr>
          <p:cNvPicPr>
            <a:picLocks noChangeAspect="1"/>
          </p:cNvPicPr>
          <p:nvPr/>
        </p:nvPicPr>
        <p:blipFill>
          <a:blip r:embed="rId9"/>
          <a:stretch>
            <a:fillRect/>
          </a:stretch>
        </p:blipFill>
        <p:spPr>
          <a:xfrm>
            <a:off x="243986" y="5899181"/>
            <a:ext cx="9539049" cy="1562235"/>
          </a:xfrm>
          <a:prstGeom prst="rect">
            <a:avLst/>
          </a:prstGeom>
        </p:spPr>
      </p:pic>
      <p:sp>
        <p:nvSpPr>
          <p:cNvPr id="20" name="TextBox 19">
            <a:extLst>
              <a:ext uri="{FF2B5EF4-FFF2-40B4-BE49-F238E27FC236}">
                <a16:creationId xmlns:a16="http://schemas.microsoft.com/office/drawing/2014/main" id="{52620872-0A25-0B1D-A439-5FEC574AB8CE}"/>
              </a:ext>
            </a:extLst>
          </p:cNvPr>
          <p:cNvSpPr txBox="1"/>
          <p:nvPr/>
        </p:nvSpPr>
        <p:spPr>
          <a:xfrm>
            <a:off x="2480005" y="2132569"/>
            <a:ext cx="5029200" cy="369332"/>
          </a:xfrm>
          <a:prstGeom prst="rect">
            <a:avLst/>
          </a:prstGeom>
          <a:noFill/>
        </p:spPr>
        <p:txBody>
          <a:bodyPr wrap="square">
            <a:spAutoFit/>
          </a:bodyPr>
          <a:lstStyle/>
          <a:p>
            <a:r>
              <a:rPr lang="en-IN" b="1" dirty="0"/>
              <a:t>Checking Duplicate IDs — PRIMARY KEY</a:t>
            </a:r>
          </a:p>
        </p:txBody>
      </p:sp>
      <p:sp>
        <p:nvSpPr>
          <p:cNvPr id="22" name="TextBox 21">
            <a:extLst>
              <a:ext uri="{FF2B5EF4-FFF2-40B4-BE49-F238E27FC236}">
                <a16:creationId xmlns:a16="http://schemas.microsoft.com/office/drawing/2014/main" id="{3ED57C7D-5B21-9CDC-C2B8-86C0087AB1E8}"/>
              </a:ext>
            </a:extLst>
          </p:cNvPr>
          <p:cNvSpPr txBox="1"/>
          <p:nvPr/>
        </p:nvSpPr>
        <p:spPr>
          <a:xfrm>
            <a:off x="2529785" y="3626779"/>
            <a:ext cx="5029200" cy="369332"/>
          </a:xfrm>
          <a:prstGeom prst="rect">
            <a:avLst/>
          </a:prstGeom>
          <a:noFill/>
        </p:spPr>
        <p:txBody>
          <a:bodyPr wrap="square">
            <a:spAutoFit/>
          </a:bodyPr>
          <a:lstStyle/>
          <a:p>
            <a:r>
              <a:rPr lang="en-IN" b="1" dirty="0"/>
              <a:t>Checking Duplicate Email — UNIQUE</a:t>
            </a:r>
          </a:p>
        </p:txBody>
      </p:sp>
      <p:sp>
        <p:nvSpPr>
          <p:cNvPr id="24" name="TextBox 23">
            <a:extLst>
              <a:ext uri="{FF2B5EF4-FFF2-40B4-BE49-F238E27FC236}">
                <a16:creationId xmlns:a16="http://schemas.microsoft.com/office/drawing/2014/main" id="{456B47BC-F793-F620-B3FA-FB3456697540}"/>
              </a:ext>
            </a:extLst>
          </p:cNvPr>
          <p:cNvSpPr txBox="1"/>
          <p:nvPr/>
        </p:nvSpPr>
        <p:spPr>
          <a:xfrm>
            <a:off x="2528047" y="5218055"/>
            <a:ext cx="5029200" cy="369332"/>
          </a:xfrm>
          <a:prstGeom prst="rect">
            <a:avLst/>
          </a:prstGeom>
          <a:noFill/>
        </p:spPr>
        <p:txBody>
          <a:bodyPr wrap="square">
            <a:spAutoFit/>
          </a:bodyPr>
          <a:lstStyle/>
          <a:p>
            <a:r>
              <a:rPr lang="en-IN" b="1" dirty="0"/>
              <a:t>Checking Experience — CHECK Constraint</a:t>
            </a:r>
          </a:p>
        </p:txBody>
      </p:sp>
      <p:sp>
        <p:nvSpPr>
          <p:cNvPr id="26" name="TextBox 25">
            <a:extLst>
              <a:ext uri="{FF2B5EF4-FFF2-40B4-BE49-F238E27FC236}">
                <a16:creationId xmlns:a16="http://schemas.microsoft.com/office/drawing/2014/main" id="{020E47A7-203E-FFF3-48A6-BD127A531004}"/>
              </a:ext>
            </a:extLst>
          </p:cNvPr>
          <p:cNvSpPr txBox="1"/>
          <p:nvPr/>
        </p:nvSpPr>
        <p:spPr>
          <a:xfrm>
            <a:off x="2528047" y="6663961"/>
            <a:ext cx="5029200" cy="369332"/>
          </a:xfrm>
          <a:prstGeom prst="rect">
            <a:avLst/>
          </a:prstGeom>
          <a:noFill/>
        </p:spPr>
        <p:txBody>
          <a:bodyPr wrap="square">
            <a:spAutoFit/>
          </a:bodyPr>
          <a:lstStyle/>
          <a:p>
            <a:r>
              <a:rPr lang="en-IN" b="1" dirty="0"/>
              <a:t>Checking Required Name — NOT NULL</a:t>
            </a:r>
          </a:p>
        </p:txBody>
      </p:sp>
    </p:spTree>
    <p:extLst>
      <p:ext uri="{BB962C8B-B14F-4D97-AF65-F5344CB8AC3E}">
        <p14:creationId xmlns:p14="http://schemas.microsoft.com/office/powerpoint/2010/main" val="26077263"/>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7" name="object 3">
            <a:extLst>
              <a:ext uri="{FF2B5EF4-FFF2-40B4-BE49-F238E27FC236}">
                <a16:creationId xmlns:a16="http://schemas.microsoft.com/office/drawing/2014/main" id="{20B8B724-A73F-F006-222B-6A4FF27EB83E}"/>
              </a:ext>
            </a:extLst>
          </p:cNvPr>
          <p:cNvGrpSpPr/>
          <p:nvPr/>
        </p:nvGrpSpPr>
        <p:grpSpPr>
          <a:xfrm>
            <a:off x="2477248" y="152400"/>
            <a:ext cx="5103904" cy="1198311"/>
            <a:chOff x="2648188" y="47148"/>
            <a:chExt cx="5103904" cy="1198311"/>
          </a:xfrm>
        </p:grpSpPr>
        <p:pic>
          <p:nvPicPr>
            <p:cNvPr id="8" name="object 4">
              <a:extLst>
                <a:ext uri="{FF2B5EF4-FFF2-40B4-BE49-F238E27FC236}">
                  <a16:creationId xmlns:a16="http://schemas.microsoft.com/office/drawing/2014/main" id="{8D96FE08-6C48-29F6-B8BF-733A1FE4EFC2}"/>
                </a:ext>
              </a:extLst>
            </p:cNvPr>
            <p:cNvPicPr/>
            <p:nvPr/>
          </p:nvPicPr>
          <p:blipFill>
            <a:blip r:embed="rId2" cstate="print"/>
            <a:stretch>
              <a:fillRect/>
            </a:stretch>
          </p:blipFill>
          <p:spPr>
            <a:xfrm>
              <a:off x="2648188" y="47148"/>
              <a:ext cx="5103904" cy="1198311"/>
            </a:xfrm>
            <a:prstGeom prst="rect">
              <a:avLst/>
            </a:prstGeom>
          </p:spPr>
        </p:pic>
        <p:pic>
          <p:nvPicPr>
            <p:cNvPr id="9" name="object 5">
              <a:extLst>
                <a:ext uri="{FF2B5EF4-FFF2-40B4-BE49-F238E27FC236}">
                  <a16:creationId xmlns:a16="http://schemas.microsoft.com/office/drawing/2014/main" id="{F663E0BF-F2C3-9990-10F0-85152F3B7499}"/>
                </a:ext>
              </a:extLst>
            </p:cNvPr>
            <p:cNvPicPr/>
            <p:nvPr/>
          </p:nvPicPr>
          <p:blipFill>
            <a:blip r:embed="rId3" cstate="print"/>
            <a:stretch>
              <a:fillRect/>
            </a:stretch>
          </p:blipFill>
          <p:spPr>
            <a:xfrm>
              <a:off x="2703195" y="86439"/>
              <a:ext cx="4997767" cy="1092279"/>
            </a:xfrm>
            <a:prstGeom prst="rect">
              <a:avLst/>
            </a:prstGeom>
          </p:spPr>
        </p:pic>
        <p:pic>
          <p:nvPicPr>
            <p:cNvPr id="10" name="object 6">
              <a:extLst>
                <a:ext uri="{FF2B5EF4-FFF2-40B4-BE49-F238E27FC236}">
                  <a16:creationId xmlns:a16="http://schemas.microsoft.com/office/drawing/2014/main" id="{AF92C391-8A67-101D-C7DE-D42721562E91}"/>
                </a:ext>
              </a:extLst>
            </p:cNvPr>
            <p:cNvPicPr/>
            <p:nvPr/>
          </p:nvPicPr>
          <p:blipFill>
            <a:blip r:embed="rId4" cstate="print"/>
            <a:stretch>
              <a:fillRect/>
            </a:stretch>
          </p:blipFill>
          <p:spPr>
            <a:xfrm>
              <a:off x="2828925" y="243549"/>
              <a:ext cx="4585268" cy="522565"/>
            </a:xfrm>
            <a:prstGeom prst="rect">
              <a:avLst/>
            </a:prstGeom>
          </p:spPr>
        </p:pic>
        <p:sp>
          <p:nvSpPr>
            <p:cNvPr id="11" name="object 7">
              <a:extLst>
                <a:ext uri="{FF2B5EF4-FFF2-40B4-BE49-F238E27FC236}">
                  <a16:creationId xmlns:a16="http://schemas.microsoft.com/office/drawing/2014/main" id="{5C67209A-2109-EE49-1C12-165FDE2056AC}"/>
                </a:ext>
              </a:extLst>
            </p:cNvPr>
            <p:cNvSpPr/>
            <p:nvPr/>
          </p:nvSpPr>
          <p:spPr>
            <a:xfrm>
              <a:off x="2883931" y="282892"/>
              <a:ext cx="4479290" cy="416559"/>
            </a:xfrm>
            <a:custGeom>
              <a:avLst/>
              <a:gdLst/>
              <a:ahLst/>
              <a:cxnLst/>
              <a:rect l="l" t="t" r="r" b="b"/>
              <a:pathLst>
                <a:path w="4479290" h="416559">
                  <a:moveTo>
                    <a:pt x="4394158" y="0"/>
                  </a:moveTo>
                  <a:lnTo>
                    <a:pt x="84972" y="0"/>
                  </a:lnTo>
                  <a:lnTo>
                    <a:pt x="51863" y="5448"/>
                  </a:lnTo>
                  <a:lnTo>
                    <a:pt x="24831" y="20326"/>
                  </a:lnTo>
                  <a:lnTo>
                    <a:pt x="6705" y="42329"/>
                  </a:lnTo>
                  <a:lnTo>
                    <a:pt x="0" y="69361"/>
                  </a:lnTo>
                  <a:lnTo>
                    <a:pt x="0" y="346910"/>
                  </a:lnTo>
                  <a:lnTo>
                    <a:pt x="6705" y="373941"/>
                  </a:lnTo>
                  <a:lnTo>
                    <a:pt x="24831" y="395944"/>
                  </a:lnTo>
                  <a:lnTo>
                    <a:pt x="51863" y="410822"/>
                  </a:lnTo>
                  <a:lnTo>
                    <a:pt x="84972" y="416271"/>
                  </a:lnTo>
                  <a:lnTo>
                    <a:pt x="4394158" y="416271"/>
                  </a:lnTo>
                  <a:lnTo>
                    <a:pt x="4427267" y="410822"/>
                  </a:lnTo>
                  <a:lnTo>
                    <a:pt x="4454299" y="395944"/>
                  </a:lnTo>
                  <a:lnTo>
                    <a:pt x="4472425" y="373941"/>
                  </a:lnTo>
                  <a:lnTo>
                    <a:pt x="4479131" y="346910"/>
                  </a:lnTo>
                  <a:lnTo>
                    <a:pt x="4479131" y="69361"/>
                  </a:lnTo>
                  <a:lnTo>
                    <a:pt x="4472425" y="42329"/>
                  </a:lnTo>
                  <a:lnTo>
                    <a:pt x="4454299" y="20326"/>
                  </a:lnTo>
                  <a:lnTo>
                    <a:pt x="4427267" y="5448"/>
                  </a:lnTo>
                  <a:lnTo>
                    <a:pt x="4394158" y="0"/>
                  </a:lnTo>
                  <a:close/>
                </a:path>
              </a:pathLst>
            </a:custGeom>
            <a:solidFill>
              <a:srgbClr val="FF6600"/>
            </a:solidFill>
          </p:spPr>
          <p:txBody>
            <a:bodyPr wrap="square" lIns="0" tIns="0" rIns="0" bIns="0" rtlCol="0"/>
            <a:lstStyle/>
            <a:p>
              <a:endParaRPr/>
            </a:p>
          </p:txBody>
        </p:sp>
      </p:grpSp>
      <p:sp>
        <p:nvSpPr>
          <p:cNvPr id="12" name="object 9">
            <a:extLst>
              <a:ext uri="{FF2B5EF4-FFF2-40B4-BE49-F238E27FC236}">
                <a16:creationId xmlns:a16="http://schemas.microsoft.com/office/drawing/2014/main" id="{F513CBE2-66AF-A982-0CC5-B24C79BA9503}"/>
              </a:ext>
            </a:extLst>
          </p:cNvPr>
          <p:cNvSpPr txBox="1">
            <a:spLocks noGrp="1"/>
          </p:cNvSpPr>
          <p:nvPr>
            <p:ph type="title"/>
          </p:nvPr>
        </p:nvSpPr>
        <p:spPr>
          <a:xfrm>
            <a:off x="3945255" y="432593"/>
            <a:ext cx="2167890" cy="327660"/>
          </a:xfrm>
          <a:prstGeom prst="rect">
            <a:avLst/>
          </a:prstGeom>
        </p:spPr>
        <p:txBody>
          <a:bodyPr vert="horz" wrap="square" lIns="0" tIns="16510" rIns="0" bIns="0" rtlCol="0">
            <a:spAutoFit/>
          </a:bodyPr>
          <a:lstStyle/>
          <a:p>
            <a:pPr marL="12700">
              <a:lnSpc>
                <a:spcPct val="100000"/>
              </a:lnSpc>
              <a:spcBef>
                <a:spcPts val="130"/>
              </a:spcBef>
            </a:pPr>
            <a:r>
              <a:rPr lang="en-IN" sz="1950" dirty="0">
                <a:solidFill>
                  <a:schemeClr val="bg1"/>
                </a:solidFill>
                <a:latin typeface="Times New Roman" panose="02020603050405020304" pitchFamily="18" charset="0"/>
                <a:cs typeface="Times New Roman" panose="02020603050405020304" pitchFamily="18" charset="0"/>
              </a:rPr>
              <a:t>CONCLUSION</a:t>
            </a:r>
          </a:p>
        </p:txBody>
      </p:sp>
      <p:pic>
        <p:nvPicPr>
          <p:cNvPr id="13" name="object 3">
            <a:extLst>
              <a:ext uri="{FF2B5EF4-FFF2-40B4-BE49-F238E27FC236}">
                <a16:creationId xmlns:a16="http://schemas.microsoft.com/office/drawing/2014/main" id="{A2CEDFE4-2383-831F-CDEE-1CF3B0215E16}"/>
              </a:ext>
            </a:extLst>
          </p:cNvPr>
          <p:cNvPicPr/>
          <p:nvPr/>
        </p:nvPicPr>
        <p:blipFill>
          <a:blip r:embed="rId5" cstate="print"/>
          <a:stretch>
            <a:fillRect/>
          </a:stretch>
        </p:blipFill>
        <p:spPr>
          <a:xfrm>
            <a:off x="290750" y="204311"/>
            <a:ext cx="1163002" cy="424338"/>
          </a:xfrm>
          <a:prstGeom prst="rect">
            <a:avLst/>
          </a:prstGeom>
        </p:spPr>
      </p:pic>
      <p:pic>
        <p:nvPicPr>
          <p:cNvPr id="3" name="Picture 2" descr="A visual diagram outlines a software management system enhancement, featuring a web interface, user access control, real-time notifications, database integration, and data analytics for improved efficiency and decision-making.">
            <a:extLst>
              <a:ext uri="{FF2B5EF4-FFF2-40B4-BE49-F238E27FC236}">
                <a16:creationId xmlns:a16="http://schemas.microsoft.com/office/drawing/2014/main" id="{269F5AFA-7D52-173A-D872-2508BBB7C973}"/>
              </a:ext>
            </a:extLst>
          </p:cNvPr>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219364" y="1479910"/>
            <a:ext cx="9829800" cy="5867401"/>
          </a:xfrm>
          <a:prstGeom prst="rect">
            <a:avLst/>
          </a:prstGeom>
        </p:spPr>
      </p:pic>
    </p:spTree>
    <p:extLst>
      <p:ext uri="{BB962C8B-B14F-4D97-AF65-F5344CB8AC3E}">
        <p14:creationId xmlns:p14="http://schemas.microsoft.com/office/powerpoint/2010/main" val="2694192783"/>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4F5B32A-9B14-7FA0-D59B-AF32355B7813}"/>
              </a:ext>
            </a:extLst>
          </p:cNvPr>
          <p:cNvSpPr>
            <a:spLocks noGrp="1"/>
          </p:cNvSpPr>
          <p:nvPr>
            <p:ph type="ctrTitle"/>
          </p:nvPr>
        </p:nvSpPr>
        <p:spPr>
          <a:xfrm>
            <a:off x="3200400" y="3352800"/>
            <a:ext cx="4038600" cy="738664"/>
          </a:xfrm>
        </p:spPr>
        <p:txBody>
          <a:bodyPr/>
          <a:lstStyle/>
          <a:p>
            <a:r>
              <a:rPr lang="en-IN" sz="4800" dirty="0">
                <a:solidFill>
                  <a:schemeClr val="accent6">
                    <a:lumMod val="75000"/>
                  </a:schemeClr>
                </a:solidFill>
              </a:rPr>
              <a:t>THANK YOU</a:t>
            </a:r>
          </a:p>
        </p:txBody>
      </p:sp>
      <p:pic>
        <p:nvPicPr>
          <p:cNvPr id="4" name="object 3">
            <a:extLst>
              <a:ext uri="{FF2B5EF4-FFF2-40B4-BE49-F238E27FC236}">
                <a16:creationId xmlns:a16="http://schemas.microsoft.com/office/drawing/2014/main" id="{82A927C3-140A-7ABC-91C2-249562DF33FB}"/>
              </a:ext>
            </a:extLst>
          </p:cNvPr>
          <p:cNvPicPr/>
          <p:nvPr/>
        </p:nvPicPr>
        <p:blipFill>
          <a:blip r:embed="rId2" cstate="print"/>
          <a:stretch>
            <a:fillRect/>
          </a:stretch>
        </p:blipFill>
        <p:spPr>
          <a:xfrm>
            <a:off x="290750" y="204311"/>
            <a:ext cx="1163002" cy="424338"/>
          </a:xfrm>
          <a:prstGeom prst="rect">
            <a:avLst/>
          </a:prstGeom>
        </p:spPr>
      </p:pic>
    </p:spTree>
    <p:extLst>
      <p:ext uri="{BB962C8B-B14F-4D97-AF65-F5344CB8AC3E}">
        <p14:creationId xmlns:p14="http://schemas.microsoft.com/office/powerpoint/2010/main" val="746778759"/>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
  <TotalTime>2907</TotalTime>
  <Words>381</Words>
  <Application>Microsoft Office PowerPoint</Application>
  <PresentationFormat>Custom</PresentationFormat>
  <Paragraphs>94</Paragraphs>
  <Slides>17</Slides>
  <Notes>0</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17</vt:i4>
      </vt:variant>
    </vt:vector>
  </HeadingPairs>
  <TitlesOfParts>
    <vt:vector size="23" baseType="lpstr">
      <vt:lpstr>Calibri</vt:lpstr>
      <vt:lpstr>Cambria</vt:lpstr>
      <vt:lpstr>Palatino Linotype</vt:lpstr>
      <vt:lpstr>Times New Roman</vt:lpstr>
      <vt:lpstr>Wingdings</vt:lpstr>
      <vt:lpstr>Office Theme</vt:lpstr>
      <vt:lpstr>Database Management Systems Cornerstone Project Final Review (Review I &amp; II)</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CONCLUSION</vt:lpstr>
      <vt:lpstr>THANK YOU</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Zeroth Review</dc:title>
  <dc:creator>RESHMA BASAPATHI</dc:creator>
  <cp:lastModifiedBy>Isaac William</cp:lastModifiedBy>
  <cp:revision>49</cp:revision>
  <cp:lastPrinted>2025-10-14T18:21:49Z</cp:lastPrinted>
  <dcterms:created xsi:type="dcterms:W3CDTF">2025-10-10T08:28:06Z</dcterms:created>
  <dcterms:modified xsi:type="dcterms:W3CDTF">2026-09-30T15:31:07Z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reated">
    <vt:filetime>2025-09-12T00:00:00Z</vt:filetime>
  </property>
  <property fmtid="{D5CDD505-2E9C-101B-9397-08002B2CF9AE}" pid="3" name="LastSaved">
    <vt:filetime>2025-10-10T00:00:00Z</vt:filetime>
  </property>
</Properties>
</file>